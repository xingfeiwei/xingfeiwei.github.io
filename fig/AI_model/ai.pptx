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9" r:id="rId2"/>
    <p:sldId id="260" r:id="rId3"/>
    <p:sldId id="261" r:id="rId4"/>
    <p:sldId id="262" r:id="rId5"/>
    <p:sldId id="263" r:id="rId6"/>
    <p:sldId id="267" r:id="rId7"/>
    <p:sldId id="268" r:id="rId8"/>
    <p:sldId id="264" r:id="rId9"/>
    <p:sldId id="269" r:id="rId10"/>
    <p:sldId id="270" r:id="rId11"/>
    <p:sldId id="265" r:id="rId12"/>
    <p:sldId id="271" r:id="rId13"/>
    <p:sldId id="273" r:id="rId14"/>
    <p:sldId id="266" r:id="rId15"/>
    <p:sldId id="272" r:id="rId16"/>
    <p:sldId id="274" r:id="rId17"/>
    <p:sldId id="275" r:id="rId18"/>
    <p:sldId id="276" r:id="rId19"/>
  </p:sldIdLst>
  <p:sldSz cx="109728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70"/>
  </p:normalViewPr>
  <p:slideViewPr>
    <p:cSldViewPr snapToGrid="0">
      <p:cViewPr varScale="1">
        <p:scale>
          <a:sx n="101" d="100"/>
          <a:sy n="101" d="100"/>
        </p:scale>
        <p:origin x="21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197187"/>
            <a:ext cx="9326880" cy="2546773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2174"/>
            <a:ext cx="8229600" cy="1766146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5ED-2B9E-F441-8D88-05A1B90E9917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A70-8A75-664F-B492-F8BBD2D3A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94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5ED-2B9E-F441-8D88-05A1B90E9917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A70-8A75-664F-B492-F8BBD2D3A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756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6" y="1823722"/>
            <a:ext cx="9464040" cy="3042919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6" y="4895429"/>
            <a:ext cx="9464040" cy="1600199"/>
          </a:xfrm>
        </p:spPr>
        <p:txBody>
          <a:bodyPr/>
          <a:lstStyle>
            <a:lvl1pPr marL="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1pPr>
            <a:lvl2pPr marL="487695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2pPr>
            <a:lvl3pPr marL="97539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3pPr>
            <a:lvl4pPr marL="146308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4pPr>
            <a:lvl5pPr marL="195078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5pPr>
            <a:lvl6pPr marL="243847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6pPr>
            <a:lvl7pPr marL="292617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7pPr>
            <a:lvl8pPr marL="3413867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8pPr>
            <a:lvl9pPr marL="3901562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5ED-2B9E-F441-8D88-05A1B90E9917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A70-8A75-664F-B492-F8BBD2D3A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769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1947333"/>
            <a:ext cx="466344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1947333"/>
            <a:ext cx="466344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5ED-2B9E-F441-8D88-05A1B90E9917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A70-8A75-664F-B492-F8BBD2D3A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558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389468"/>
            <a:ext cx="9464040" cy="14139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1793241"/>
            <a:ext cx="4642008" cy="878839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2672080"/>
            <a:ext cx="4642008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1" y="1793241"/>
            <a:ext cx="4664869" cy="878839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1" y="2672080"/>
            <a:ext cx="4664869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5ED-2B9E-F441-8D88-05A1B90E9917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A70-8A75-664F-B492-F8BBD2D3A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172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5ED-2B9E-F441-8D88-05A1B90E9917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A70-8A75-664F-B492-F8BBD2D3A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111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5ED-2B9E-F441-8D88-05A1B90E9917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A70-8A75-664F-B492-F8BBD2D3A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618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487680"/>
            <a:ext cx="3539014" cy="170688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1053255"/>
            <a:ext cx="5554980" cy="5198533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09" y="2194560"/>
            <a:ext cx="3539014" cy="4065694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5ED-2B9E-F441-8D88-05A1B90E9917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A70-8A75-664F-B492-F8BBD2D3A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506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487680"/>
            <a:ext cx="3539014" cy="170688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1053255"/>
            <a:ext cx="5554980" cy="5198533"/>
          </a:xfrm>
        </p:spPr>
        <p:txBody>
          <a:bodyPr anchor="t"/>
          <a:lstStyle>
            <a:lvl1pPr marL="0" indent="0">
              <a:buNone/>
              <a:defRPr sz="341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09" y="2194560"/>
            <a:ext cx="3539014" cy="4065694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5ED-2B9E-F441-8D88-05A1B90E9917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A70-8A75-664F-B492-F8BBD2D3A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938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5ED-2B9E-F441-8D88-05A1B90E9917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A70-8A75-664F-B492-F8BBD2D3A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427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1" y="389467"/>
            <a:ext cx="2366010" cy="6199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1" y="389467"/>
            <a:ext cx="6960870" cy="61992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5ED-2B9E-F441-8D88-05A1B90E9917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A70-8A75-664F-B492-F8BBD2D3A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662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389468"/>
            <a:ext cx="9464040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1947333"/>
            <a:ext cx="9464040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6780108"/>
            <a:ext cx="246888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5ED-2B9E-F441-8D88-05A1B90E9917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6780108"/>
            <a:ext cx="370332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6780108"/>
            <a:ext cx="246888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7F6A70-8A75-664F-B492-F8BBD2D3A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26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4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8" indent="-243848" algn="l" defTabSz="9753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73154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10" Type="http://schemas.openxmlformats.org/officeDocument/2006/relationships/image" Target="../media/image7.sv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9.png"/><Relationship Id="rId5" Type="http://schemas.openxmlformats.org/officeDocument/2006/relationships/image" Target="../media/image4.svg"/><Relationship Id="rId10" Type="http://schemas.openxmlformats.org/officeDocument/2006/relationships/image" Target="../media/image8.sv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9.png"/><Relationship Id="rId5" Type="http://schemas.openxmlformats.org/officeDocument/2006/relationships/image" Target="../media/image4.svg"/><Relationship Id="rId10" Type="http://schemas.openxmlformats.org/officeDocument/2006/relationships/image" Target="../media/image8.sv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9.png"/><Relationship Id="rId5" Type="http://schemas.openxmlformats.org/officeDocument/2006/relationships/image" Target="../media/image4.svg"/><Relationship Id="rId10" Type="http://schemas.openxmlformats.org/officeDocument/2006/relationships/image" Target="../media/image8.sv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9.png"/><Relationship Id="rId5" Type="http://schemas.openxmlformats.org/officeDocument/2006/relationships/image" Target="../media/image4.svg"/><Relationship Id="rId10" Type="http://schemas.openxmlformats.org/officeDocument/2006/relationships/image" Target="../media/image8.sv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9.png"/><Relationship Id="rId5" Type="http://schemas.openxmlformats.org/officeDocument/2006/relationships/image" Target="../media/image4.svg"/><Relationship Id="rId10" Type="http://schemas.openxmlformats.org/officeDocument/2006/relationships/image" Target="../media/image8.sv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8.sv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B0A7F-686B-AF04-2158-C0F91B9B8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 descr="Database outline">
            <a:extLst>
              <a:ext uri="{FF2B5EF4-FFF2-40B4-BE49-F238E27FC236}">
                <a16:creationId xmlns:a16="http://schemas.microsoft.com/office/drawing/2014/main" id="{18521B01-9838-1966-F0A5-9105F2BF34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3144059"/>
            <a:ext cx="1027083" cy="1027083"/>
          </a:xfrm>
          <a:prstGeom prst="rect">
            <a:avLst/>
          </a:prstGeom>
        </p:spPr>
      </p:pic>
      <p:pic>
        <p:nvPicPr>
          <p:cNvPr id="13" name="Graphic 12" descr="Robot outline">
            <a:extLst>
              <a:ext uri="{FF2B5EF4-FFF2-40B4-BE49-F238E27FC236}">
                <a16:creationId xmlns:a16="http://schemas.microsoft.com/office/drawing/2014/main" id="{853EDA4E-0F2E-5DA9-647D-6B172A27C4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6808" y="1645831"/>
            <a:ext cx="1683540" cy="1683540"/>
          </a:xfrm>
          <a:prstGeom prst="rect">
            <a:avLst/>
          </a:prstGeom>
        </p:spPr>
      </p:pic>
      <p:pic>
        <p:nvPicPr>
          <p:cNvPr id="14" name="Graphic 13" descr="Database outline">
            <a:extLst>
              <a:ext uri="{FF2B5EF4-FFF2-40B4-BE49-F238E27FC236}">
                <a16:creationId xmlns:a16="http://schemas.microsoft.com/office/drawing/2014/main" id="{B42F9347-9BFC-567B-AF6D-50D9D87E43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1974060"/>
            <a:ext cx="1027083" cy="1027083"/>
          </a:xfrm>
          <a:prstGeom prst="rect">
            <a:avLst/>
          </a:prstGeom>
        </p:spPr>
      </p:pic>
      <p:pic>
        <p:nvPicPr>
          <p:cNvPr id="15" name="Graphic 14" descr="Database outline">
            <a:extLst>
              <a:ext uri="{FF2B5EF4-FFF2-40B4-BE49-F238E27FC236}">
                <a16:creationId xmlns:a16="http://schemas.microsoft.com/office/drawing/2014/main" id="{60725FB5-358B-B345-2FFC-C25DBBD968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804061"/>
            <a:ext cx="1027083" cy="102708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B95B929-7F80-74C8-1FA3-7518A9A37EB6}"/>
              </a:ext>
            </a:extLst>
          </p:cNvPr>
          <p:cNvSpPr txBox="1"/>
          <p:nvPr/>
        </p:nvSpPr>
        <p:spPr>
          <a:xfrm rot="5400000">
            <a:off x="2327351" y="170870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89AD42-02A2-2E74-A1B8-A8BC4CABD29A}"/>
              </a:ext>
            </a:extLst>
          </p:cNvPr>
          <p:cNvSpPr txBox="1"/>
          <p:nvPr/>
        </p:nvSpPr>
        <p:spPr>
          <a:xfrm rot="5400000">
            <a:off x="2327351" y="2878701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35" name="Graphic 34" descr="Man outline">
            <a:extLst>
              <a:ext uri="{FF2B5EF4-FFF2-40B4-BE49-F238E27FC236}">
                <a16:creationId xmlns:a16="http://schemas.microsoft.com/office/drawing/2014/main" id="{B4F963CB-1064-9BF9-9BB5-71AA607217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1292" y="4379785"/>
            <a:ext cx="1683540" cy="1683540"/>
          </a:xfrm>
          <a:prstGeom prst="rect">
            <a:avLst/>
          </a:prstGeom>
        </p:spPr>
      </p:pic>
      <p:pic>
        <p:nvPicPr>
          <p:cNvPr id="36" name="Graphic 35" descr="Database outline">
            <a:extLst>
              <a:ext uri="{FF2B5EF4-FFF2-40B4-BE49-F238E27FC236}">
                <a16:creationId xmlns:a16="http://schemas.microsoft.com/office/drawing/2014/main" id="{DF816823-37C3-A39A-C2E7-85BD9F59F1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43218" y="4734552"/>
            <a:ext cx="1027083" cy="1027083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074C3EC-079A-9F3B-1291-D8CED63C9CCB}"/>
              </a:ext>
            </a:extLst>
          </p:cNvPr>
          <p:cNvCxnSpPr>
            <a:cxnSpLocks/>
          </p:cNvCxnSpPr>
          <p:nvPr/>
        </p:nvCxnSpPr>
        <p:spPr>
          <a:xfrm flipV="1">
            <a:off x="1285163" y="1493932"/>
            <a:ext cx="758055" cy="493076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54CD5F4-76CD-E3FF-C72C-48AAC6C11CB8}"/>
              </a:ext>
            </a:extLst>
          </p:cNvPr>
          <p:cNvCxnSpPr>
            <a:cxnSpLocks/>
          </p:cNvCxnSpPr>
          <p:nvPr/>
        </p:nvCxnSpPr>
        <p:spPr>
          <a:xfrm>
            <a:off x="1280702" y="2487600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5E82810-9FF7-6CF1-9F56-CA31BC265F0E}"/>
              </a:ext>
            </a:extLst>
          </p:cNvPr>
          <p:cNvCxnSpPr>
            <a:cxnSpLocks/>
          </p:cNvCxnSpPr>
          <p:nvPr/>
        </p:nvCxnSpPr>
        <p:spPr>
          <a:xfrm>
            <a:off x="1280702" y="2999724"/>
            <a:ext cx="815398" cy="514959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14F059E-71EF-E1C8-7D97-6D82FA236F7F}"/>
              </a:ext>
            </a:extLst>
          </p:cNvPr>
          <p:cNvCxnSpPr>
            <a:cxnSpLocks/>
          </p:cNvCxnSpPr>
          <p:nvPr/>
        </p:nvCxnSpPr>
        <p:spPr>
          <a:xfrm>
            <a:off x="1314779" y="5249470"/>
            <a:ext cx="815398" cy="0"/>
          </a:xfrm>
          <a:prstGeom prst="line">
            <a:avLst/>
          </a:prstGeom>
          <a:ln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Graphic 53" descr="Database outline">
            <a:extLst>
              <a:ext uri="{FF2B5EF4-FFF2-40B4-BE49-F238E27FC236}">
                <a16:creationId xmlns:a16="http://schemas.microsoft.com/office/drawing/2014/main" id="{26E38A9D-3C02-EFB5-F86F-6AE2BE15E4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3142640"/>
            <a:ext cx="1027083" cy="1027083"/>
          </a:xfrm>
          <a:prstGeom prst="rect">
            <a:avLst/>
          </a:prstGeom>
        </p:spPr>
      </p:pic>
      <p:pic>
        <p:nvPicPr>
          <p:cNvPr id="55" name="Graphic 54" descr="Database outline">
            <a:extLst>
              <a:ext uri="{FF2B5EF4-FFF2-40B4-BE49-F238E27FC236}">
                <a16:creationId xmlns:a16="http://schemas.microsoft.com/office/drawing/2014/main" id="{CD2583EA-1ACF-42E4-1E61-8B7405F0B1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1972641"/>
            <a:ext cx="1027083" cy="1027083"/>
          </a:xfrm>
          <a:prstGeom prst="rect">
            <a:avLst/>
          </a:prstGeom>
        </p:spPr>
      </p:pic>
      <p:pic>
        <p:nvPicPr>
          <p:cNvPr id="56" name="Graphic 55" descr="Database outline">
            <a:extLst>
              <a:ext uri="{FF2B5EF4-FFF2-40B4-BE49-F238E27FC236}">
                <a16:creationId xmlns:a16="http://schemas.microsoft.com/office/drawing/2014/main" id="{05D7EFBC-368D-2A19-CF04-A84B122D51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802642"/>
            <a:ext cx="1027083" cy="102708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46E3601F-D983-7C59-7E74-4FFC0783DDA5}"/>
              </a:ext>
            </a:extLst>
          </p:cNvPr>
          <p:cNvSpPr txBox="1"/>
          <p:nvPr/>
        </p:nvSpPr>
        <p:spPr>
          <a:xfrm rot="5400000">
            <a:off x="3040598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7F7AE3-D172-2AE0-B573-3D8C8834DA36}"/>
              </a:ext>
            </a:extLst>
          </p:cNvPr>
          <p:cNvSpPr txBox="1"/>
          <p:nvPr/>
        </p:nvSpPr>
        <p:spPr>
          <a:xfrm rot="5400000">
            <a:off x="3040598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59" name="Graphic 58" descr="Database outline">
            <a:extLst>
              <a:ext uri="{FF2B5EF4-FFF2-40B4-BE49-F238E27FC236}">
                <a16:creationId xmlns:a16="http://schemas.microsoft.com/office/drawing/2014/main" id="{A441F97D-DBE7-AD41-BE61-EC2ECD2506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3142640"/>
            <a:ext cx="1027083" cy="1027083"/>
          </a:xfrm>
          <a:prstGeom prst="rect">
            <a:avLst/>
          </a:prstGeom>
        </p:spPr>
      </p:pic>
      <p:pic>
        <p:nvPicPr>
          <p:cNvPr id="60" name="Graphic 59" descr="Database outline">
            <a:extLst>
              <a:ext uri="{FF2B5EF4-FFF2-40B4-BE49-F238E27FC236}">
                <a16:creationId xmlns:a16="http://schemas.microsoft.com/office/drawing/2014/main" id="{34FD8FC0-9A1F-A5C4-82F6-319AE8DD40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1972641"/>
            <a:ext cx="1027083" cy="1027083"/>
          </a:xfrm>
          <a:prstGeom prst="rect">
            <a:avLst/>
          </a:prstGeom>
        </p:spPr>
      </p:pic>
      <p:pic>
        <p:nvPicPr>
          <p:cNvPr id="61" name="Graphic 60" descr="Database outline">
            <a:extLst>
              <a:ext uri="{FF2B5EF4-FFF2-40B4-BE49-F238E27FC236}">
                <a16:creationId xmlns:a16="http://schemas.microsoft.com/office/drawing/2014/main" id="{CC92397C-6877-E989-EB40-374ADBB70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802642"/>
            <a:ext cx="1027083" cy="102708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EAC78B5-F094-C323-C0FE-A17CE1262AA8}"/>
              </a:ext>
            </a:extLst>
          </p:cNvPr>
          <p:cNvSpPr txBox="1"/>
          <p:nvPr/>
        </p:nvSpPr>
        <p:spPr>
          <a:xfrm rot="5400000">
            <a:off x="3760014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FD7704E-6629-31FA-5B90-8694A43F5C44}"/>
              </a:ext>
            </a:extLst>
          </p:cNvPr>
          <p:cNvSpPr txBox="1"/>
          <p:nvPr/>
        </p:nvSpPr>
        <p:spPr>
          <a:xfrm rot="5400000">
            <a:off x="3760014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91D0E24-D8F7-C38B-D08C-55FD94964C2E}"/>
              </a:ext>
            </a:extLst>
          </p:cNvPr>
          <p:cNvSpPr/>
          <p:nvPr/>
        </p:nvSpPr>
        <p:spPr>
          <a:xfrm>
            <a:off x="2150134" y="850845"/>
            <a:ext cx="2239055" cy="328774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089FB3-BABA-0110-4286-649D8844861C}"/>
              </a:ext>
            </a:extLst>
          </p:cNvPr>
          <p:cNvSpPr/>
          <p:nvPr/>
        </p:nvSpPr>
        <p:spPr>
          <a:xfrm>
            <a:off x="2161491" y="4679400"/>
            <a:ext cx="2239055" cy="113220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phic 2" descr="Database outline">
            <a:extLst>
              <a:ext uri="{FF2B5EF4-FFF2-40B4-BE49-F238E27FC236}">
                <a16:creationId xmlns:a16="http://schemas.microsoft.com/office/drawing/2014/main" id="{A2F87E5B-EF3E-6278-456B-6EEBC6590E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6335" y="4733134"/>
            <a:ext cx="1027083" cy="1027083"/>
          </a:xfrm>
          <a:prstGeom prst="rect">
            <a:avLst/>
          </a:prstGeom>
        </p:spPr>
      </p:pic>
      <p:pic>
        <p:nvPicPr>
          <p:cNvPr id="4" name="Graphic 3" descr="Database outline">
            <a:extLst>
              <a:ext uri="{FF2B5EF4-FFF2-40B4-BE49-F238E27FC236}">
                <a16:creationId xmlns:a16="http://schemas.microsoft.com/office/drawing/2014/main" id="{61123ED7-A7DD-B7D4-11EA-08D5D9857D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1736" y="4738646"/>
            <a:ext cx="1027083" cy="1027083"/>
          </a:xfrm>
          <a:prstGeom prst="rect">
            <a:avLst/>
          </a:prstGeom>
        </p:spPr>
      </p:pic>
      <p:grpSp>
        <p:nvGrpSpPr>
          <p:cNvPr id="121" name="Group 120">
            <a:extLst>
              <a:ext uri="{FF2B5EF4-FFF2-40B4-BE49-F238E27FC236}">
                <a16:creationId xmlns:a16="http://schemas.microsoft.com/office/drawing/2014/main" id="{DD8852B3-216A-6A33-8660-1B1676EBCB25}"/>
              </a:ext>
            </a:extLst>
          </p:cNvPr>
          <p:cNvGrpSpPr/>
          <p:nvPr/>
        </p:nvGrpSpPr>
        <p:grpSpPr>
          <a:xfrm>
            <a:off x="5478003" y="850840"/>
            <a:ext cx="2869285" cy="3287745"/>
            <a:chOff x="5830784" y="1007352"/>
            <a:chExt cx="2689955" cy="3082261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A4434E9-88CD-7681-9F20-E8A9BE1AFE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82A59A3-47DC-B652-7918-F03951FAA8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38241D9-A076-F227-8A35-D3D5091380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C73C5B7-4CC9-E422-754E-7DBAD1858F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98BDE33-0287-6B58-2DFA-C2B62D8903BC}"/>
                </a:ext>
              </a:extLst>
            </p:cNvPr>
            <p:cNvSpPr txBox="1"/>
            <p:nvPr/>
          </p:nvSpPr>
          <p:spPr>
            <a:xfrm rot="5400000">
              <a:off x="5938345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A48E4E5-A899-96D0-42E9-539176E38F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62FBE01-AB61-B97E-16CA-9BCFC1E158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AADD15D-3047-9870-EB97-752A8E0673A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3E965C1-8225-54A2-B460-758C051398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541F9E8-3EA4-41FD-B457-EB03A31DA757}"/>
                </a:ext>
              </a:extLst>
            </p:cNvPr>
            <p:cNvSpPr txBox="1"/>
            <p:nvPr/>
          </p:nvSpPr>
          <p:spPr>
            <a:xfrm rot="5400000">
              <a:off x="6709683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F164DF5-4AA4-B194-D2CF-DE76ED536619}"/>
                </a:ext>
              </a:extLst>
            </p:cNvPr>
            <p:cNvCxnSpPr>
              <a:stCxn id="6" idx="6"/>
              <a:endCxn id="12" idx="2"/>
            </p:cNvCxnSpPr>
            <p:nvPr/>
          </p:nvCxnSpPr>
          <p:spPr>
            <a:xfrm>
              <a:off x="6230277" y="225016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6A0759D-00DF-EA2E-62EE-446FA3E47159}"/>
                </a:ext>
              </a:extLst>
            </p:cNvPr>
            <p:cNvCxnSpPr>
              <a:cxnSpLocks/>
              <a:stCxn id="6" idx="6"/>
              <a:endCxn id="16" idx="2"/>
            </p:cNvCxnSpPr>
            <p:nvPr/>
          </p:nvCxnSpPr>
          <p:spPr>
            <a:xfrm>
              <a:off x="6230277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E09FA88-10B4-912F-755E-D42E7C981B11}"/>
                </a:ext>
              </a:extLst>
            </p:cNvPr>
            <p:cNvCxnSpPr>
              <a:cxnSpLocks/>
              <a:stCxn id="6" idx="6"/>
              <a:endCxn id="17" idx="1"/>
            </p:cNvCxnSpPr>
            <p:nvPr/>
          </p:nvCxnSpPr>
          <p:spPr>
            <a:xfrm>
              <a:off x="6230277" y="2250165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D63363FC-62B3-46AD-DF34-3CE259FAFD95}"/>
                </a:ext>
              </a:extLst>
            </p:cNvPr>
            <p:cNvCxnSpPr>
              <a:cxnSpLocks/>
              <a:stCxn id="6" idx="6"/>
              <a:endCxn id="18" idx="1"/>
            </p:cNvCxnSpPr>
            <p:nvPr/>
          </p:nvCxnSpPr>
          <p:spPr>
            <a:xfrm>
              <a:off x="6230277" y="2250165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3992886-8F7F-C376-420A-7214F96DDED3}"/>
                </a:ext>
              </a:extLst>
            </p:cNvPr>
            <p:cNvCxnSpPr>
              <a:cxnSpLocks/>
              <a:stCxn id="7" idx="6"/>
              <a:endCxn id="12" idx="2"/>
            </p:cNvCxnSpPr>
            <p:nvPr/>
          </p:nvCxnSpPr>
          <p:spPr>
            <a:xfrm flipV="1">
              <a:off x="6230277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8DECBF3-0F44-74A7-EF0E-47B8A4B53FBB}"/>
                </a:ext>
              </a:extLst>
            </p:cNvPr>
            <p:cNvCxnSpPr>
              <a:cxnSpLocks/>
              <a:stCxn id="7" idx="6"/>
              <a:endCxn id="16" idx="2"/>
            </p:cNvCxnSpPr>
            <p:nvPr/>
          </p:nvCxnSpPr>
          <p:spPr>
            <a:xfrm>
              <a:off x="6230277" y="2649506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7E703A95-2166-C315-47D2-D596660FF1E9}"/>
                </a:ext>
              </a:extLst>
            </p:cNvPr>
            <p:cNvCxnSpPr>
              <a:cxnSpLocks/>
              <a:stCxn id="7" idx="6"/>
              <a:endCxn id="17" idx="2"/>
            </p:cNvCxnSpPr>
            <p:nvPr/>
          </p:nvCxnSpPr>
          <p:spPr>
            <a:xfrm>
              <a:off x="6230277" y="2649506"/>
              <a:ext cx="497018" cy="78266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6D6B2D31-FC20-D201-CAFC-B5945336F5BC}"/>
                </a:ext>
              </a:extLst>
            </p:cNvPr>
            <p:cNvCxnSpPr>
              <a:cxnSpLocks/>
              <a:stCxn id="7" idx="6"/>
              <a:endCxn id="18" idx="1"/>
            </p:cNvCxnSpPr>
            <p:nvPr/>
          </p:nvCxnSpPr>
          <p:spPr>
            <a:xfrm>
              <a:off x="6230277" y="2649506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05AFA10-2F90-3323-9D20-222D78D41943}"/>
                </a:ext>
              </a:extLst>
            </p:cNvPr>
            <p:cNvCxnSpPr>
              <a:cxnSpLocks/>
              <a:stCxn id="8" idx="6"/>
              <a:endCxn id="12" idx="3"/>
            </p:cNvCxnSpPr>
            <p:nvPr/>
          </p:nvCxnSpPr>
          <p:spPr>
            <a:xfrm flipV="1">
              <a:off x="6230277" y="2347152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DB79F282-554F-CC3F-439C-574601D9107B}"/>
                </a:ext>
              </a:extLst>
            </p:cNvPr>
            <p:cNvCxnSpPr>
              <a:cxnSpLocks/>
              <a:stCxn id="8" idx="6"/>
              <a:endCxn id="16" idx="3"/>
            </p:cNvCxnSpPr>
            <p:nvPr/>
          </p:nvCxnSpPr>
          <p:spPr>
            <a:xfrm flipV="1">
              <a:off x="6230277" y="2746493"/>
              <a:ext cx="537191" cy="68568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2131EB3E-BEC1-0EB4-D066-128AB97C0173}"/>
                </a:ext>
              </a:extLst>
            </p:cNvPr>
            <p:cNvCxnSpPr>
              <a:cxnSpLocks/>
              <a:stCxn id="8" idx="6"/>
              <a:endCxn id="17" idx="2"/>
            </p:cNvCxnSpPr>
            <p:nvPr/>
          </p:nvCxnSpPr>
          <p:spPr>
            <a:xfrm>
              <a:off x="6230277" y="343217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52BABD7B-5DD7-EBEE-8EC1-DAC7D452663E}"/>
                </a:ext>
              </a:extLst>
            </p:cNvPr>
            <p:cNvCxnSpPr>
              <a:cxnSpLocks/>
              <a:stCxn id="8" idx="6"/>
              <a:endCxn id="18" idx="2"/>
            </p:cNvCxnSpPr>
            <p:nvPr/>
          </p:nvCxnSpPr>
          <p:spPr>
            <a:xfrm>
              <a:off x="6230277" y="3432175"/>
              <a:ext cx="497018" cy="40412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EB9400A3-B0A4-7175-6C1D-68D012353D20}"/>
                </a:ext>
              </a:extLst>
            </p:cNvPr>
            <p:cNvCxnSpPr>
              <a:cxnSpLocks/>
              <a:stCxn id="9" idx="6"/>
              <a:endCxn id="18" idx="2"/>
            </p:cNvCxnSpPr>
            <p:nvPr/>
          </p:nvCxnSpPr>
          <p:spPr>
            <a:xfrm>
              <a:off x="6230277" y="3836297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7CB97EE4-6FAD-685D-94D8-1B59CD3226A6}"/>
                </a:ext>
              </a:extLst>
            </p:cNvPr>
            <p:cNvCxnSpPr>
              <a:cxnSpLocks/>
              <a:stCxn id="9" idx="6"/>
              <a:endCxn id="17" idx="3"/>
            </p:cNvCxnSpPr>
            <p:nvPr/>
          </p:nvCxnSpPr>
          <p:spPr>
            <a:xfrm flipV="1">
              <a:off x="6230277" y="3529162"/>
              <a:ext cx="537191" cy="30713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DA6F8A41-14C5-122F-8563-47812B86D379}"/>
                </a:ext>
              </a:extLst>
            </p:cNvPr>
            <p:cNvCxnSpPr>
              <a:cxnSpLocks/>
              <a:stCxn id="9" idx="6"/>
              <a:endCxn id="16" idx="3"/>
            </p:cNvCxnSpPr>
            <p:nvPr/>
          </p:nvCxnSpPr>
          <p:spPr>
            <a:xfrm flipV="1">
              <a:off x="6230277" y="2746493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2DBB127B-64E8-AECC-4289-1AFA33466971}"/>
                </a:ext>
              </a:extLst>
            </p:cNvPr>
            <p:cNvCxnSpPr>
              <a:cxnSpLocks/>
              <a:stCxn id="9" idx="6"/>
              <a:endCxn id="12" idx="3"/>
            </p:cNvCxnSpPr>
            <p:nvPr/>
          </p:nvCxnSpPr>
          <p:spPr>
            <a:xfrm flipV="1">
              <a:off x="6230277" y="2347152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294A263D-2FAC-A0A6-210C-47A3F485A4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18807CED-D5AE-7142-DC6E-398739CBB2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1A4DB24E-508D-6DA4-7645-8CBAB75E45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1EC763DD-C312-5936-BFE3-08044A6E6E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4F083EE-D6AB-7D82-0814-2FE81BF94F99}"/>
                </a:ext>
              </a:extLst>
            </p:cNvPr>
            <p:cNvSpPr txBox="1"/>
            <p:nvPr/>
          </p:nvSpPr>
          <p:spPr>
            <a:xfrm rot="5400000">
              <a:off x="7362457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670F6649-36E4-031E-5080-462EE872FE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FFAC75F7-E3F4-D5E7-4835-493E0E472F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04EE463B-DF49-3FF1-45D2-1A4ADF24BF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82516E90-4BD0-6FFB-FC06-9B9BEBB5A5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60125873-F229-6881-4BEA-E8C33B21E2AE}"/>
                </a:ext>
              </a:extLst>
            </p:cNvPr>
            <p:cNvSpPr txBox="1"/>
            <p:nvPr/>
          </p:nvSpPr>
          <p:spPr>
            <a:xfrm rot="5400000">
              <a:off x="8133795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71C1F510-02CD-501E-2C59-66F526FC5ECD}"/>
                </a:ext>
              </a:extLst>
            </p:cNvPr>
            <p:cNvCxnSpPr>
              <a:stCxn id="90" idx="6"/>
              <a:endCxn id="95" idx="2"/>
            </p:cNvCxnSpPr>
            <p:nvPr/>
          </p:nvCxnSpPr>
          <p:spPr>
            <a:xfrm>
              <a:off x="7654389" y="225016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E21D375D-B22C-8C96-16AC-2A543A3A443B}"/>
                </a:ext>
              </a:extLst>
            </p:cNvPr>
            <p:cNvCxnSpPr>
              <a:cxnSpLocks/>
              <a:stCxn id="90" idx="6"/>
              <a:endCxn id="96" idx="2"/>
            </p:cNvCxnSpPr>
            <p:nvPr/>
          </p:nvCxnSpPr>
          <p:spPr>
            <a:xfrm>
              <a:off x="7654389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C9FF1B5E-9EA2-BA18-E9CD-B8FC4A7DB088}"/>
                </a:ext>
              </a:extLst>
            </p:cNvPr>
            <p:cNvCxnSpPr>
              <a:cxnSpLocks/>
              <a:stCxn id="90" idx="6"/>
              <a:endCxn id="97" idx="1"/>
            </p:cNvCxnSpPr>
            <p:nvPr/>
          </p:nvCxnSpPr>
          <p:spPr>
            <a:xfrm>
              <a:off x="7654389" y="2250165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EC9BC87B-1544-ECE9-399E-C3CE1D3C52CF}"/>
                </a:ext>
              </a:extLst>
            </p:cNvPr>
            <p:cNvCxnSpPr>
              <a:cxnSpLocks/>
              <a:stCxn id="90" idx="6"/>
              <a:endCxn id="98" idx="1"/>
            </p:cNvCxnSpPr>
            <p:nvPr/>
          </p:nvCxnSpPr>
          <p:spPr>
            <a:xfrm>
              <a:off x="7654389" y="2250165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3DAEB381-B77F-EC24-CDB8-D78004689ACC}"/>
                </a:ext>
              </a:extLst>
            </p:cNvPr>
            <p:cNvCxnSpPr>
              <a:cxnSpLocks/>
              <a:stCxn id="91" idx="6"/>
              <a:endCxn id="95" idx="2"/>
            </p:cNvCxnSpPr>
            <p:nvPr/>
          </p:nvCxnSpPr>
          <p:spPr>
            <a:xfrm flipV="1">
              <a:off x="7654389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CDFFEFE7-EE83-17EC-7A3F-DC720FADA1BF}"/>
                </a:ext>
              </a:extLst>
            </p:cNvPr>
            <p:cNvCxnSpPr>
              <a:cxnSpLocks/>
              <a:stCxn id="91" idx="6"/>
              <a:endCxn id="96" idx="2"/>
            </p:cNvCxnSpPr>
            <p:nvPr/>
          </p:nvCxnSpPr>
          <p:spPr>
            <a:xfrm>
              <a:off x="7654389" y="2649506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9616410B-585C-0DA6-C4F9-2446DDA59DE1}"/>
                </a:ext>
              </a:extLst>
            </p:cNvPr>
            <p:cNvCxnSpPr>
              <a:cxnSpLocks/>
              <a:stCxn id="91" idx="6"/>
              <a:endCxn id="97" idx="2"/>
            </p:cNvCxnSpPr>
            <p:nvPr/>
          </p:nvCxnSpPr>
          <p:spPr>
            <a:xfrm>
              <a:off x="7654389" y="2649506"/>
              <a:ext cx="497018" cy="78266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D2651695-ACFC-5F90-9D6A-C0FE9D2E1DBD}"/>
                </a:ext>
              </a:extLst>
            </p:cNvPr>
            <p:cNvCxnSpPr>
              <a:cxnSpLocks/>
              <a:stCxn id="91" idx="6"/>
              <a:endCxn id="98" idx="1"/>
            </p:cNvCxnSpPr>
            <p:nvPr/>
          </p:nvCxnSpPr>
          <p:spPr>
            <a:xfrm>
              <a:off x="7654389" y="2649506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E3D7E1EE-CCA4-FF5E-13EE-EF9540E71855}"/>
                </a:ext>
              </a:extLst>
            </p:cNvPr>
            <p:cNvCxnSpPr>
              <a:cxnSpLocks/>
              <a:stCxn id="92" idx="6"/>
              <a:endCxn id="95" idx="3"/>
            </p:cNvCxnSpPr>
            <p:nvPr/>
          </p:nvCxnSpPr>
          <p:spPr>
            <a:xfrm flipV="1">
              <a:off x="7654389" y="2347152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3EB3CC1A-7CAE-8DD8-3CC6-2BB55A31B22E}"/>
                </a:ext>
              </a:extLst>
            </p:cNvPr>
            <p:cNvCxnSpPr>
              <a:cxnSpLocks/>
              <a:stCxn id="92" idx="6"/>
              <a:endCxn id="96" idx="3"/>
            </p:cNvCxnSpPr>
            <p:nvPr/>
          </p:nvCxnSpPr>
          <p:spPr>
            <a:xfrm flipV="1">
              <a:off x="7654389" y="2746493"/>
              <a:ext cx="537191" cy="68568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3CF87F2A-5E27-580E-6DB6-CE17FD9821DE}"/>
                </a:ext>
              </a:extLst>
            </p:cNvPr>
            <p:cNvCxnSpPr>
              <a:cxnSpLocks/>
              <a:stCxn id="92" idx="6"/>
              <a:endCxn id="97" idx="2"/>
            </p:cNvCxnSpPr>
            <p:nvPr/>
          </p:nvCxnSpPr>
          <p:spPr>
            <a:xfrm>
              <a:off x="7654389" y="343217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AF2D1F0C-B99C-960D-FCC6-2D34A5D122EE}"/>
                </a:ext>
              </a:extLst>
            </p:cNvPr>
            <p:cNvCxnSpPr>
              <a:cxnSpLocks/>
              <a:stCxn id="92" idx="6"/>
              <a:endCxn id="98" idx="2"/>
            </p:cNvCxnSpPr>
            <p:nvPr/>
          </p:nvCxnSpPr>
          <p:spPr>
            <a:xfrm>
              <a:off x="7654389" y="3432175"/>
              <a:ext cx="497018" cy="40412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3FA16778-4CAF-E92D-638A-B703675A8E85}"/>
                </a:ext>
              </a:extLst>
            </p:cNvPr>
            <p:cNvCxnSpPr>
              <a:cxnSpLocks/>
              <a:stCxn id="93" idx="6"/>
              <a:endCxn id="98" idx="2"/>
            </p:cNvCxnSpPr>
            <p:nvPr/>
          </p:nvCxnSpPr>
          <p:spPr>
            <a:xfrm>
              <a:off x="7654389" y="3836297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720BD248-3804-E385-2027-33E9FEF10E4D}"/>
                </a:ext>
              </a:extLst>
            </p:cNvPr>
            <p:cNvCxnSpPr>
              <a:cxnSpLocks/>
              <a:stCxn id="93" idx="6"/>
              <a:endCxn id="97" idx="3"/>
            </p:cNvCxnSpPr>
            <p:nvPr/>
          </p:nvCxnSpPr>
          <p:spPr>
            <a:xfrm flipV="1">
              <a:off x="7654389" y="3529162"/>
              <a:ext cx="537191" cy="30713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CDBF931A-DFF6-D5B2-C770-C882284A569E}"/>
                </a:ext>
              </a:extLst>
            </p:cNvPr>
            <p:cNvCxnSpPr>
              <a:cxnSpLocks/>
              <a:stCxn id="93" idx="6"/>
              <a:endCxn id="96" idx="3"/>
            </p:cNvCxnSpPr>
            <p:nvPr/>
          </p:nvCxnSpPr>
          <p:spPr>
            <a:xfrm flipV="1">
              <a:off x="7654389" y="2746493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6758BE48-3F71-96F6-16FF-4427B0C15BF3}"/>
                </a:ext>
              </a:extLst>
            </p:cNvPr>
            <p:cNvCxnSpPr>
              <a:cxnSpLocks/>
              <a:stCxn id="93" idx="6"/>
              <a:endCxn id="95" idx="3"/>
            </p:cNvCxnSpPr>
            <p:nvPr/>
          </p:nvCxnSpPr>
          <p:spPr>
            <a:xfrm flipV="1">
              <a:off x="7654389" y="2347152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C0521C4-EC31-E404-9678-22F1E14841FE}"/>
                </a:ext>
              </a:extLst>
            </p:cNvPr>
            <p:cNvSpPr txBox="1"/>
            <p:nvPr/>
          </p:nvSpPr>
          <p:spPr>
            <a:xfrm>
              <a:off x="6974050" y="2016096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46C1E789-6504-C54A-589F-6ED09C4DC230}"/>
                </a:ext>
              </a:extLst>
            </p:cNvPr>
            <p:cNvSpPr txBox="1"/>
            <p:nvPr/>
          </p:nvSpPr>
          <p:spPr>
            <a:xfrm>
              <a:off x="6990255" y="2418140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37B40EFF-CE26-13B8-940A-AA14B2963ED4}"/>
                </a:ext>
              </a:extLst>
            </p:cNvPr>
            <p:cNvSpPr txBox="1"/>
            <p:nvPr/>
          </p:nvSpPr>
          <p:spPr>
            <a:xfrm>
              <a:off x="6990255" y="3197293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D852F688-BE39-22E0-EFBF-D69FDDB3C809}"/>
                </a:ext>
              </a:extLst>
            </p:cNvPr>
            <p:cNvSpPr txBox="1"/>
            <p:nvPr/>
          </p:nvSpPr>
          <p:spPr>
            <a:xfrm>
              <a:off x="6996398" y="3607010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872D0B7-56B5-A0A3-1655-BDBC21447167}"/>
                </a:ext>
              </a:extLst>
            </p:cNvPr>
            <p:cNvSpPr/>
            <p:nvPr/>
          </p:nvSpPr>
          <p:spPr>
            <a:xfrm>
              <a:off x="5830784" y="1007352"/>
              <a:ext cx="2689955" cy="308226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B27B7A27-7424-AADA-BBDD-2C7FD9F32136}"/>
              </a:ext>
            </a:extLst>
          </p:cNvPr>
          <p:cNvCxnSpPr>
            <a:cxnSpLocks/>
          </p:cNvCxnSpPr>
          <p:nvPr/>
        </p:nvCxnSpPr>
        <p:spPr>
          <a:xfrm>
            <a:off x="4518819" y="2599491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3115F500-EF4F-AA38-42E7-BB1EE65DD60F}"/>
              </a:ext>
            </a:extLst>
          </p:cNvPr>
          <p:cNvSpPr txBox="1"/>
          <p:nvPr/>
        </p:nvSpPr>
        <p:spPr>
          <a:xfrm>
            <a:off x="4398086" y="2136429"/>
            <a:ext cx="1061957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</p:txBody>
      </p:sp>
      <p:sp>
        <p:nvSpPr>
          <p:cNvPr id="127" name="Smiley Face 126">
            <a:extLst>
              <a:ext uri="{FF2B5EF4-FFF2-40B4-BE49-F238E27FC236}">
                <a16:creationId xmlns:a16="http://schemas.microsoft.com/office/drawing/2014/main" id="{521DD717-34F8-9FA4-EC93-F0AC4CCF6B61}"/>
              </a:ext>
            </a:extLst>
          </p:cNvPr>
          <p:cNvSpPr/>
          <p:nvPr/>
        </p:nvSpPr>
        <p:spPr>
          <a:xfrm>
            <a:off x="6483484" y="925823"/>
            <a:ext cx="975360" cy="975360"/>
          </a:xfrm>
          <a:prstGeom prst="smileyFac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9" name="Elbow Connector 128">
            <a:extLst>
              <a:ext uri="{FF2B5EF4-FFF2-40B4-BE49-F238E27FC236}">
                <a16:creationId xmlns:a16="http://schemas.microsoft.com/office/drawing/2014/main" id="{4A4BBC0E-5CD8-A30A-0456-337193B852C8}"/>
              </a:ext>
            </a:extLst>
          </p:cNvPr>
          <p:cNvCxnSpPr>
            <a:cxnSpLocks/>
            <a:endCxn id="120" idx="2"/>
          </p:cNvCxnSpPr>
          <p:nvPr/>
        </p:nvCxnSpPr>
        <p:spPr>
          <a:xfrm flipV="1">
            <a:off x="4518820" y="4138585"/>
            <a:ext cx="2393827" cy="1106918"/>
          </a:xfrm>
          <a:prstGeom prst="bentConnector2">
            <a:avLst/>
          </a:prstGeom>
          <a:ln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82E2126A-10FF-C0A2-F06D-8A60B54123E4}"/>
              </a:ext>
            </a:extLst>
          </p:cNvPr>
          <p:cNvSpPr txBox="1"/>
          <p:nvPr/>
        </p:nvSpPr>
        <p:spPr>
          <a:xfrm>
            <a:off x="4637093" y="4851549"/>
            <a:ext cx="2135521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Additional training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3F58D1E-9CB3-EA42-4F50-28F28571906F}"/>
              </a:ext>
            </a:extLst>
          </p:cNvPr>
          <p:cNvSpPr txBox="1"/>
          <p:nvPr/>
        </p:nvSpPr>
        <p:spPr>
          <a:xfrm>
            <a:off x="81152" y="1216526"/>
            <a:ext cx="1330814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Simulation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200DCD1-146A-CDDC-A651-B25B89327E3A}"/>
              </a:ext>
            </a:extLst>
          </p:cNvPr>
          <p:cNvSpPr txBox="1"/>
          <p:nvPr/>
        </p:nvSpPr>
        <p:spPr>
          <a:xfrm>
            <a:off x="279497" y="3985831"/>
            <a:ext cx="93647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Reality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E2574D15-4D62-461E-9159-71DF1892589D}"/>
              </a:ext>
            </a:extLst>
          </p:cNvPr>
          <p:cNvCxnSpPr>
            <a:cxnSpLocks/>
          </p:cNvCxnSpPr>
          <p:nvPr/>
        </p:nvCxnSpPr>
        <p:spPr>
          <a:xfrm>
            <a:off x="8431097" y="2599491"/>
            <a:ext cx="815398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6" name="Graphic 135" descr="Artificial Intelligence outline">
            <a:extLst>
              <a:ext uri="{FF2B5EF4-FFF2-40B4-BE49-F238E27FC236}">
                <a16:creationId xmlns:a16="http://schemas.microsoft.com/office/drawing/2014/main" id="{FD964751-3B8A-22D2-F1B7-02ECEC44C7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4418" y="2112947"/>
            <a:ext cx="975360" cy="975360"/>
          </a:xfrm>
          <a:prstGeom prst="rect">
            <a:avLst/>
          </a:prstGeom>
        </p:spPr>
      </p:pic>
      <p:sp>
        <p:nvSpPr>
          <p:cNvPr id="137" name="TextBox 136">
            <a:extLst>
              <a:ext uri="{FF2B5EF4-FFF2-40B4-BE49-F238E27FC236}">
                <a16:creationId xmlns:a16="http://schemas.microsoft.com/office/drawing/2014/main" id="{DE6AEBC0-BECD-396E-B4AA-AB8728AE0318}"/>
              </a:ext>
            </a:extLst>
          </p:cNvPr>
          <p:cNvSpPr txBox="1"/>
          <p:nvPr/>
        </p:nvSpPr>
        <p:spPr>
          <a:xfrm>
            <a:off x="8813909" y="2999724"/>
            <a:ext cx="174278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New materials</a:t>
            </a:r>
          </a:p>
        </p:txBody>
      </p:sp>
      <p:cxnSp>
        <p:nvCxnSpPr>
          <p:cNvPr id="138" name="Elbow Connector 137">
            <a:extLst>
              <a:ext uri="{FF2B5EF4-FFF2-40B4-BE49-F238E27FC236}">
                <a16:creationId xmlns:a16="http://schemas.microsoft.com/office/drawing/2014/main" id="{ABFFDA5F-5784-618B-1303-9B06AE8FBD21}"/>
              </a:ext>
            </a:extLst>
          </p:cNvPr>
          <p:cNvCxnSpPr>
            <a:cxnSpLocks/>
            <a:stCxn id="35" idx="2"/>
          </p:cNvCxnSpPr>
          <p:nvPr/>
        </p:nvCxnSpPr>
        <p:spPr>
          <a:xfrm rot="5400000" flipH="1" flipV="1">
            <a:off x="3822267" y="257582"/>
            <a:ext cx="2733954" cy="8877532"/>
          </a:xfrm>
          <a:prstGeom prst="bentConnector4">
            <a:avLst>
              <a:gd name="adj1" fmla="val -8919"/>
              <a:gd name="adj2" fmla="val 100087"/>
            </a:avLst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Elbow Connector 140">
            <a:extLst>
              <a:ext uri="{FF2B5EF4-FFF2-40B4-BE49-F238E27FC236}">
                <a16:creationId xmlns:a16="http://schemas.microsoft.com/office/drawing/2014/main" id="{922799A1-5B50-D906-1EB3-261AEAB525EF}"/>
              </a:ext>
            </a:extLst>
          </p:cNvPr>
          <p:cNvCxnSpPr>
            <a:cxnSpLocks/>
            <a:stCxn id="132" idx="0"/>
            <a:endCxn id="136" idx="0"/>
          </p:cNvCxnSpPr>
          <p:nvPr/>
        </p:nvCxnSpPr>
        <p:spPr>
          <a:xfrm rot="16200000" flipH="1">
            <a:off x="4771117" y="-2808033"/>
            <a:ext cx="896421" cy="8945539"/>
          </a:xfrm>
          <a:prstGeom prst="bentConnector3">
            <a:avLst>
              <a:gd name="adj1" fmla="val -72368"/>
            </a:avLst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D767328-4AF5-DAB0-5A6D-43F9446DFDA7}"/>
              </a:ext>
            </a:extLst>
          </p:cNvPr>
          <p:cNvSpPr txBox="1"/>
          <p:nvPr/>
        </p:nvSpPr>
        <p:spPr>
          <a:xfrm>
            <a:off x="7331619" y="5078837"/>
            <a:ext cx="103265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Physics</a:t>
            </a:r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DC67C209-3184-8F3D-8009-B7767AB3E2D8}"/>
              </a:ext>
            </a:extLst>
          </p:cNvPr>
          <p:cNvCxnSpPr>
            <a:cxnSpLocks/>
          </p:cNvCxnSpPr>
          <p:nvPr/>
        </p:nvCxnSpPr>
        <p:spPr>
          <a:xfrm>
            <a:off x="7854154" y="4169723"/>
            <a:ext cx="0" cy="944215"/>
          </a:xfrm>
          <a:prstGeom prst="line">
            <a:avLst/>
          </a:prstGeom>
          <a:ln>
            <a:solidFill>
              <a:srgbClr val="703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F8610A63-DD22-D920-F367-B7BD63C7AB55}"/>
                  </a:ext>
                </a:extLst>
              </p:cNvPr>
              <p:cNvSpPr txBox="1"/>
              <p:nvPr/>
            </p:nvSpPr>
            <p:spPr>
              <a:xfrm>
                <a:off x="7300806" y="5472966"/>
                <a:ext cx="1107419" cy="295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ℋ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en-US" sz="192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F8610A63-DD22-D920-F367-B7BD63C7AB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806" y="5472966"/>
                <a:ext cx="1107419" cy="295466"/>
              </a:xfrm>
              <a:prstGeom prst="rect">
                <a:avLst/>
              </a:prstGeom>
              <a:blipFill>
                <a:blip r:embed="rId11"/>
                <a:stretch>
                  <a:fillRect l="-8046" r="-8046"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0365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13F5D-6C57-3305-C0FD-48C234A5A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 descr="Database outline">
            <a:extLst>
              <a:ext uri="{FF2B5EF4-FFF2-40B4-BE49-F238E27FC236}">
                <a16:creationId xmlns:a16="http://schemas.microsoft.com/office/drawing/2014/main" id="{E309FF08-8150-C5C3-F890-892650FFB8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3144059"/>
            <a:ext cx="1027083" cy="1027083"/>
          </a:xfrm>
          <a:prstGeom prst="rect">
            <a:avLst/>
          </a:prstGeom>
        </p:spPr>
      </p:pic>
      <p:pic>
        <p:nvPicPr>
          <p:cNvPr id="13" name="Graphic 12" descr="Robot outline">
            <a:extLst>
              <a:ext uri="{FF2B5EF4-FFF2-40B4-BE49-F238E27FC236}">
                <a16:creationId xmlns:a16="http://schemas.microsoft.com/office/drawing/2014/main" id="{2FAE1E6F-3D0A-38BF-802D-CE07F09D1E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6808" y="1645831"/>
            <a:ext cx="1683540" cy="1683540"/>
          </a:xfrm>
          <a:prstGeom prst="rect">
            <a:avLst/>
          </a:prstGeom>
        </p:spPr>
      </p:pic>
      <p:pic>
        <p:nvPicPr>
          <p:cNvPr id="14" name="Graphic 13" descr="Database outline">
            <a:extLst>
              <a:ext uri="{FF2B5EF4-FFF2-40B4-BE49-F238E27FC236}">
                <a16:creationId xmlns:a16="http://schemas.microsoft.com/office/drawing/2014/main" id="{00962944-FAC7-FB94-C607-5525F94C58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1974060"/>
            <a:ext cx="1027083" cy="1027083"/>
          </a:xfrm>
          <a:prstGeom prst="rect">
            <a:avLst/>
          </a:prstGeom>
        </p:spPr>
      </p:pic>
      <p:pic>
        <p:nvPicPr>
          <p:cNvPr id="15" name="Graphic 14" descr="Database outline">
            <a:extLst>
              <a:ext uri="{FF2B5EF4-FFF2-40B4-BE49-F238E27FC236}">
                <a16:creationId xmlns:a16="http://schemas.microsoft.com/office/drawing/2014/main" id="{67BB6180-0483-E9DA-4D68-36D536C83D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804061"/>
            <a:ext cx="1027083" cy="102708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5D339F9-040E-E8EB-B73F-68E12AD88947}"/>
              </a:ext>
            </a:extLst>
          </p:cNvPr>
          <p:cNvSpPr txBox="1"/>
          <p:nvPr/>
        </p:nvSpPr>
        <p:spPr>
          <a:xfrm rot="5400000">
            <a:off x="2327351" y="170870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4E515B-B6BC-ABBB-A59A-2581DC476DB7}"/>
              </a:ext>
            </a:extLst>
          </p:cNvPr>
          <p:cNvSpPr txBox="1"/>
          <p:nvPr/>
        </p:nvSpPr>
        <p:spPr>
          <a:xfrm rot="5400000">
            <a:off x="2327351" y="2878701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35" name="Graphic 34" descr="Man outline">
            <a:extLst>
              <a:ext uri="{FF2B5EF4-FFF2-40B4-BE49-F238E27FC236}">
                <a16:creationId xmlns:a16="http://schemas.microsoft.com/office/drawing/2014/main" id="{E9335024-65C1-56DB-E910-5987203798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1292" y="4379785"/>
            <a:ext cx="1683540" cy="1683540"/>
          </a:xfrm>
          <a:prstGeom prst="rect">
            <a:avLst/>
          </a:prstGeom>
        </p:spPr>
      </p:pic>
      <p:pic>
        <p:nvPicPr>
          <p:cNvPr id="36" name="Graphic 35" descr="Database outline">
            <a:extLst>
              <a:ext uri="{FF2B5EF4-FFF2-40B4-BE49-F238E27FC236}">
                <a16:creationId xmlns:a16="http://schemas.microsoft.com/office/drawing/2014/main" id="{4E0A08D8-CF9C-60D9-B006-C91E340DE6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43218" y="4734552"/>
            <a:ext cx="1027083" cy="1027083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D82A4FF-5AF7-6E40-E712-F4B0C09D0A74}"/>
              </a:ext>
            </a:extLst>
          </p:cNvPr>
          <p:cNvCxnSpPr>
            <a:cxnSpLocks/>
          </p:cNvCxnSpPr>
          <p:nvPr/>
        </p:nvCxnSpPr>
        <p:spPr>
          <a:xfrm flipV="1">
            <a:off x="1285163" y="1493932"/>
            <a:ext cx="758055" cy="493076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0333C42-AF7E-11BC-FE53-620BFFA9469B}"/>
              </a:ext>
            </a:extLst>
          </p:cNvPr>
          <p:cNvCxnSpPr>
            <a:cxnSpLocks/>
          </p:cNvCxnSpPr>
          <p:nvPr/>
        </p:nvCxnSpPr>
        <p:spPr>
          <a:xfrm>
            <a:off x="1280702" y="2487600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2C08C06-DBD7-93C2-C6B0-789787926CC9}"/>
              </a:ext>
            </a:extLst>
          </p:cNvPr>
          <p:cNvCxnSpPr>
            <a:cxnSpLocks/>
          </p:cNvCxnSpPr>
          <p:nvPr/>
        </p:nvCxnSpPr>
        <p:spPr>
          <a:xfrm>
            <a:off x="1280702" y="2999724"/>
            <a:ext cx="815398" cy="514959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3720FE7-9A29-E3BC-4C0B-39FFDDBE7B88}"/>
              </a:ext>
            </a:extLst>
          </p:cNvPr>
          <p:cNvCxnSpPr>
            <a:cxnSpLocks/>
          </p:cNvCxnSpPr>
          <p:nvPr/>
        </p:nvCxnSpPr>
        <p:spPr>
          <a:xfrm>
            <a:off x="1314779" y="5249470"/>
            <a:ext cx="815398" cy="0"/>
          </a:xfrm>
          <a:prstGeom prst="line">
            <a:avLst/>
          </a:prstGeom>
          <a:ln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Graphic 53" descr="Database outline">
            <a:extLst>
              <a:ext uri="{FF2B5EF4-FFF2-40B4-BE49-F238E27FC236}">
                <a16:creationId xmlns:a16="http://schemas.microsoft.com/office/drawing/2014/main" id="{840028A7-FD75-4606-BB7B-A70D892EC1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3142640"/>
            <a:ext cx="1027083" cy="1027083"/>
          </a:xfrm>
          <a:prstGeom prst="rect">
            <a:avLst/>
          </a:prstGeom>
        </p:spPr>
      </p:pic>
      <p:pic>
        <p:nvPicPr>
          <p:cNvPr id="55" name="Graphic 54" descr="Database outline">
            <a:extLst>
              <a:ext uri="{FF2B5EF4-FFF2-40B4-BE49-F238E27FC236}">
                <a16:creationId xmlns:a16="http://schemas.microsoft.com/office/drawing/2014/main" id="{2317F46B-23F4-8665-3D94-17FE0C7687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1972641"/>
            <a:ext cx="1027083" cy="1027083"/>
          </a:xfrm>
          <a:prstGeom prst="rect">
            <a:avLst/>
          </a:prstGeom>
        </p:spPr>
      </p:pic>
      <p:pic>
        <p:nvPicPr>
          <p:cNvPr id="56" name="Graphic 55" descr="Database outline">
            <a:extLst>
              <a:ext uri="{FF2B5EF4-FFF2-40B4-BE49-F238E27FC236}">
                <a16:creationId xmlns:a16="http://schemas.microsoft.com/office/drawing/2014/main" id="{A99727CB-CD3B-889F-633C-C1E838719B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802642"/>
            <a:ext cx="1027083" cy="102708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EB9EAAD9-3356-6201-4101-D68A71A4906C}"/>
              </a:ext>
            </a:extLst>
          </p:cNvPr>
          <p:cNvSpPr txBox="1"/>
          <p:nvPr/>
        </p:nvSpPr>
        <p:spPr>
          <a:xfrm rot="5400000">
            <a:off x="3040598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313E41-7FBF-8B75-1A96-E65741E63D32}"/>
              </a:ext>
            </a:extLst>
          </p:cNvPr>
          <p:cNvSpPr txBox="1"/>
          <p:nvPr/>
        </p:nvSpPr>
        <p:spPr>
          <a:xfrm rot="5400000">
            <a:off x="3040598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59" name="Graphic 58" descr="Database outline">
            <a:extLst>
              <a:ext uri="{FF2B5EF4-FFF2-40B4-BE49-F238E27FC236}">
                <a16:creationId xmlns:a16="http://schemas.microsoft.com/office/drawing/2014/main" id="{0DB08596-1E23-5411-C1CC-F49756CB00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3142640"/>
            <a:ext cx="1027083" cy="1027083"/>
          </a:xfrm>
          <a:prstGeom prst="rect">
            <a:avLst/>
          </a:prstGeom>
        </p:spPr>
      </p:pic>
      <p:pic>
        <p:nvPicPr>
          <p:cNvPr id="60" name="Graphic 59" descr="Database outline">
            <a:extLst>
              <a:ext uri="{FF2B5EF4-FFF2-40B4-BE49-F238E27FC236}">
                <a16:creationId xmlns:a16="http://schemas.microsoft.com/office/drawing/2014/main" id="{77D7AD4F-B6C5-201D-F222-45E0648309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1972641"/>
            <a:ext cx="1027083" cy="1027083"/>
          </a:xfrm>
          <a:prstGeom prst="rect">
            <a:avLst/>
          </a:prstGeom>
        </p:spPr>
      </p:pic>
      <p:pic>
        <p:nvPicPr>
          <p:cNvPr id="61" name="Graphic 60" descr="Database outline">
            <a:extLst>
              <a:ext uri="{FF2B5EF4-FFF2-40B4-BE49-F238E27FC236}">
                <a16:creationId xmlns:a16="http://schemas.microsoft.com/office/drawing/2014/main" id="{71AC36C8-45D6-0EF8-858D-260AD66BFC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802642"/>
            <a:ext cx="1027083" cy="102708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E28DC176-10A4-FC6A-8204-C07940A32AEE}"/>
              </a:ext>
            </a:extLst>
          </p:cNvPr>
          <p:cNvSpPr txBox="1"/>
          <p:nvPr/>
        </p:nvSpPr>
        <p:spPr>
          <a:xfrm rot="5400000">
            <a:off x="3760014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0E99BC4-68DE-B72F-D788-315EEFBB0299}"/>
              </a:ext>
            </a:extLst>
          </p:cNvPr>
          <p:cNvSpPr txBox="1"/>
          <p:nvPr/>
        </p:nvSpPr>
        <p:spPr>
          <a:xfrm rot="5400000">
            <a:off x="3760014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D453665-3CB0-0C70-97DA-C8F00C4B79AC}"/>
              </a:ext>
            </a:extLst>
          </p:cNvPr>
          <p:cNvSpPr/>
          <p:nvPr/>
        </p:nvSpPr>
        <p:spPr>
          <a:xfrm>
            <a:off x="2150134" y="850845"/>
            <a:ext cx="2239055" cy="328774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F1161B-6A64-5A16-42B2-AFC3375DECEF}"/>
              </a:ext>
            </a:extLst>
          </p:cNvPr>
          <p:cNvSpPr/>
          <p:nvPr/>
        </p:nvSpPr>
        <p:spPr>
          <a:xfrm>
            <a:off x="2161491" y="4679400"/>
            <a:ext cx="2239055" cy="113220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phic 2" descr="Database outline">
            <a:extLst>
              <a:ext uri="{FF2B5EF4-FFF2-40B4-BE49-F238E27FC236}">
                <a16:creationId xmlns:a16="http://schemas.microsoft.com/office/drawing/2014/main" id="{031ABBCA-6C48-8A8D-43DB-0F70496563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6335" y="4733134"/>
            <a:ext cx="1027083" cy="1027083"/>
          </a:xfrm>
          <a:prstGeom prst="rect">
            <a:avLst/>
          </a:prstGeom>
        </p:spPr>
      </p:pic>
      <p:pic>
        <p:nvPicPr>
          <p:cNvPr id="4" name="Graphic 3" descr="Database outline">
            <a:extLst>
              <a:ext uri="{FF2B5EF4-FFF2-40B4-BE49-F238E27FC236}">
                <a16:creationId xmlns:a16="http://schemas.microsoft.com/office/drawing/2014/main" id="{4B68C5C4-EDFF-E4CA-CDAC-15980074F3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1736" y="4738646"/>
            <a:ext cx="1027083" cy="1027083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4714EEB5-193F-DBAC-DC8A-FC198D544644}"/>
              </a:ext>
            </a:extLst>
          </p:cNvPr>
          <p:cNvSpPr txBox="1"/>
          <p:nvPr/>
        </p:nvSpPr>
        <p:spPr>
          <a:xfrm>
            <a:off x="81152" y="1216526"/>
            <a:ext cx="1330814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Simulation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BD9C2B5-4B5D-F7C7-D1EB-292197005CC4}"/>
              </a:ext>
            </a:extLst>
          </p:cNvPr>
          <p:cNvSpPr txBox="1"/>
          <p:nvPr/>
        </p:nvSpPr>
        <p:spPr>
          <a:xfrm>
            <a:off x="279497" y="3985831"/>
            <a:ext cx="93647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Reality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6411BB-1A54-287B-636F-D92FEFCD7B2C}"/>
              </a:ext>
            </a:extLst>
          </p:cNvPr>
          <p:cNvSpPr/>
          <p:nvPr/>
        </p:nvSpPr>
        <p:spPr>
          <a:xfrm>
            <a:off x="1458476" y="1391129"/>
            <a:ext cx="674428" cy="47306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</p:spTree>
    <p:extLst>
      <p:ext uri="{BB962C8B-B14F-4D97-AF65-F5344CB8AC3E}">
        <p14:creationId xmlns:p14="http://schemas.microsoft.com/office/powerpoint/2010/main" val="2435576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DC4AD-6FA1-5CFF-8F74-9BF11A905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 descr="Database outline">
            <a:extLst>
              <a:ext uri="{FF2B5EF4-FFF2-40B4-BE49-F238E27FC236}">
                <a16:creationId xmlns:a16="http://schemas.microsoft.com/office/drawing/2014/main" id="{1F4BFE22-2495-BBB9-79B6-6DB0E1C81E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3144059"/>
            <a:ext cx="1027083" cy="1027083"/>
          </a:xfrm>
          <a:prstGeom prst="rect">
            <a:avLst/>
          </a:prstGeom>
        </p:spPr>
      </p:pic>
      <p:pic>
        <p:nvPicPr>
          <p:cNvPr id="13" name="Graphic 12" descr="Robot outline">
            <a:extLst>
              <a:ext uri="{FF2B5EF4-FFF2-40B4-BE49-F238E27FC236}">
                <a16:creationId xmlns:a16="http://schemas.microsoft.com/office/drawing/2014/main" id="{622D044C-EBC2-02A3-FCE2-ECB3B182EF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6808" y="1645831"/>
            <a:ext cx="1683540" cy="1683540"/>
          </a:xfrm>
          <a:prstGeom prst="rect">
            <a:avLst/>
          </a:prstGeom>
        </p:spPr>
      </p:pic>
      <p:pic>
        <p:nvPicPr>
          <p:cNvPr id="14" name="Graphic 13" descr="Database outline">
            <a:extLst>
              <a:ext uri="{FF2B5EF4-FFF2-40B4-BE49-F238E27FC236}">
                <a16:creationId xmlns:a16="http://schemas.microsoft.com/office/drawing/2014/main" id="{AB0D5498-7B41-5660-24E2-69B5EB1667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1974060"/>
            <a:ext cx="1027083" cy="1027083"/>
          </a:xfrm>
          <a:prstGeom prst="rect">
            <a:avLst/>
          </a:prstGeom>
        </p:spPr>
      </p:pic>
      <p:pic>
        <p:nvPicPr>
          <p:cNvPr id="15" name="Graphic 14" descr="Database outline">
            <a:extLst>
              <a:ext uri="{FF2B5EF4-FFF2-40B4-BE49-F238E27FC236}">
                <a16:creationId xmlns:a16="http://schemas.microsoft.com/office/drawing/2014/main" id="{121D62F6-03CE-EB39-518D-F0184F59E5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804061"/>
            <a:ext cx="1027083" cy="102708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9BD7D42-9545-8888-2F8B-70ECC12373FD}"/>
              </a:ext>
            </a:extLst>
          </p:cNvPr>
          <p:cNvSpPr txBox="1"/>
          <p:nvPr/>
        </p:nvSpPr>
        <p:spPr>
          <a:xfrm rot="5400000">
            <a:off x="2327351" y="170870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ABD2CC-39C4-308F-0184-0919D379FB27}"/>
              </a:ext>
            </a:extLst>
          </p:cNvPr>
          <p:cNvSpPr txBox="1"/>
          <p:nvPr/>
        </p:nvSpPr>
        <p:spPr>
          <a:xfrm rot="5400000">
            <a:off x="2327351" y="2878701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35" name="Graphic 34" descr="Man outline">
            <a:extLst>
              <a:ext uri="{FF2B5EF4-FFF2-40B4-BE49-F238E27FC236}">
                <a16:creationId xmlns:a16="http://schemas.microsoft.com/office/drawing/2014/main" id="{CF2AA978-EF40-57EA-CE91-788F5760A3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1292" y="4379785"/>
            <a:ext cx="1683540" cy="1683540"/>
          </a:xfrm>
          <a:prstGeom prst="rect">
            <a:avLst/>
          </a:prstGeom>
        </p:spPr>
      </p:pic>
      <p:pic>
        <p:nvPicPr>
          <p:cNvPr id="36" name="Graphic 35" descr="Database outline">
            <a:extLst>
              <a:ext uri="{FF2B5EF4-FFF2-40B4-BE49-F238E27FC236}">
                <a16:creationId xmlns:a16="http://schemas.microsoft.com/office/drawing/2014/main" id="{80DF988B-22DC-A357-800F-1C17E6324B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43218" y="4734552"/>
            <a:ext cx="1027083" cy="1027083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251A30D-A0D6-66B0-3966-83F3F1FABA3C}"/>
              </a:ext>
            </a:extLst>
          </p:cNvPr>
          <p:cNvCxnSpPr>
            <a:cxnSpLocks/>
          </p:cNvCxnSpPr>
          <p:nvPr/>
        </p:nvCxnSpPr>
        <p:spPr>
          <a:xfrm flipV="1">
            <a:off x="1285163" y="1493932"/>
            <a:ext cx="758055" cy="493076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3593B55-54DC-A22C-D162-13830B48BC01}"/>
              </a:ext>
            </a:extLst>
          </p:cNvPr>
          <p:cNvCxnSpPr>
            <a:cxnSpLocks/>
          </p:cNvCxnSpPr>
          <p:nvPr/>
        </p:nvCxnSpPr>
        <p:spPr>
          <a:xfrm>
            <a:off x="1280702" y="2487600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F793881-FE31-C14D-7F36-B5CA94CC4185}"/>
              </a:ext>
            </a:extLst>
          </p:cNvPr>
          <p:cNvCxnSpPr>
            <a:cxnSpLocks/>
          </p:cNvCxnSpPr>
          <p:nvPr/>
        </p:nvCxnSpPr>
        <p:spPr>
          <a:xfrm>
            <a:off x="1280702" y="2999724"/>
            <a:ext cx="815398" cy="514959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59D3436-06C8-A25C-6225-11680E94DFBE}"/>
              </a:ext>
            </a:extLst>
          </p:cNvPr>
          <p:cNvCxnSpPr>
            <a:cxnSpLocks/>
          </p:cNvCxnSpPr>
          <p:nvPr/>
        </p:nvCxnSpPr>
        <p:spPr>
          <a:xfrm>
            <a:off x="1314779" y="5249470"/>
            <a:ext cx="815398" cy="0"/>
          </a:xfrm>
          <a:prstGeom prst="line">
            <a:avLst/>
          </a:prstGeom>
          <a:ln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Graphic 53" descr="Database outline">
            <a:extLst>
              <a:ext uri="{FF2B5EF4-FFF2-40B4-BE49-F238E27FC236}">
                <a16:creationId xmlns:a16="http://schemas.microsoft.com/office/drawing/2014/main" id="{B3947677-84A3-375F-A816-3D97F2376F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3142640"/>
            <a:ext cx="1027083" cy="1027083"/>
          </a:xfrm>
          <a:prstGeom prst="rect">
            <a:avLst/>
          </a:prstGeom>
        </p:spPr>
      </p:pic>
      <p:pic>
        <p:nvPicPr>
          <p:cNvPr id="55" name="Graphic 54" descr="Database outline">
            <a:extLst>
              <a:ext uri="{FF2B5EF4-FFF2-40B4-BE49-F238E27FC236}">
                <a16:creationId xmlns:a16="http://schemas.microsoft.com/office/drawing/2014/main" id="{DC821968-3625-7D1B-1322-50A395970C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1972641"/>
            <a:ext cx="1027083" cy="1027083"/>
          </a:xfrm>
          <a:prstGeom prst="rect">
            <a:avLst/>
          </a:prstGeom>
        </p:spPr>
      </p:pic>
      <p:pic>
        <p:nvPicPr>
          <p:cNvPr id="56" name="Graphic 55" descr="Database outline">
            <a:extLst>
              <a:ext uri="{FF2B5EF4-FFF2-40B4-BE49-F238E27FC236}">
                <a16:creationId xmlns:a16="http://schemas.microsoft.com/office/drawing/2014/main" id="{4D4372C0-305B-AE30-8C21-E7694266EB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802642"/>
            <a:ext cx="1027083" cy="102708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506BB93-FBAD-34E1-0355-D6D8DD435F09}"/>
              </a:ext>
            </a:extLst>
          </p:cNvPr>
          <p:cNvSpPr txBox="1"/>
          <p:nvPr/>
        </p:nvSpPr>
        <p:spPr>
          <a:xfrm rot="5400000">
            <a:off x="3040598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90AA7F5-B511-095D-9A1E-E1F7BB70F3D5}"/>
              </a:ext>
            </a:extLst>
          </p:cNvPr>
          <p:cNvSpPr txBox="1"/>
          <p:nvPr/>
        </p:nvSpPr>
        <p:spPr>
          <a:xfrm rot="5400000">
            <a:off x="3040598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59" name="Graphic 58" descr="Database outline">
            <a:extLst>
              <a:ext uri="{FF2B5EF4-FFF2-40B4-BE49-F238E27FC236}">
                <a16:creationId xmlns:a16="http://schemas.microsoft.com/office/drawing/2014/main" id="{08557869-374D-9904-0B7B-28BF5A6266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3142640"/>
            <a:ext cx="1027083" cy="1027083"/>
          </a:xfrm>
          <a:prstGeom prst="rect">
            <a:avLst/>
          </a:prstGeom>
        </p:spPr>
      </p:pic>
      <p:pic>
        <p:nvPicPr>
          <p:cNvPr id="60" name="Graphic 59" descr="Database outline">
            <a:extLst>
              <a:ext uri="{FF2B5EF4-FFF2-40B4-BE49-F238E27FC236}">
                <a16:creationId xmlns:a16="http://schemas.microsoft.com/office/drawing/2014/main" id="{30F0F824-0FAA-80F3-6424-694396E22B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1972641"/>
            <a:ext cx="1027083" cy="1027083"/>
          </a:xfrm>
          <a:prstGeom prst="rect">
            <a:avLst/>
          </a:prstGeom>
        </p:spPr>
      </p:pic>
      <p:pic>
        <p:nvPicPr>
          <p:cNvPr id="61" name="Graphic 60" descr="Database outline">
            <a:extLst>
              <a:ext uri="{FF2B5EF4-FFF2-40B4-BE49-F238E27FC236}">
                <a16:creationId xmlns:a16="http://schemas.microsoft.com/office/drawing/2014/main" id="{651AADC0-E8F0-BAC8-5235-EC851CE362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802642"/>
            <a:ext cx="1027083" cy="102708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BCDE7B42-A4C9-43D0-BCD2-BB7AAE9671DE}"/>
              </a:ext>
            </a:extLst>
          </p:cNvPr>
          <p:cNvSpPr txBox="1"/>
          <p:nvPr/>
        </p:nvSpPr>
        <p:spPr>
          <a:xfrm rot="5400000">
            <a:off x="3760014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124F457-9D3D-A29D-FAFF-C82898C4AB5E}"/>
              </a:ext>
            </a:extLst>
          </p:cNvPr>
          <p:cNvSpPr txBox="1"/>
          <p:nvPr/>
        </p:nvSpPr>
        <p:spPr>
          <a:xfrm rot="5400000">
            <a:off x="3760014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5B809D4-3BE6-E3FA-74D4-6711B867A6C3}"/>
              </a:ext>
            </a:extLst>
          </p:cNvPr>
          <p:cNvSpPr/>
          <p:nvPr/>
        </p:nvSpPr>
        <p:spPr>
          <a:xfrm>
            <a:off x="2150134" y="850845"/>
            <a:ext cx="2239055" cy="328774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62039A-DCB6-7A4B-BE31-07952E07048C}"/>
              </a:ext>
            </a:extLst>
          </p:cNvPr>
          <p:cNvSpPr/>
          <p:nvPr/>
        </p:nvSpPr>
        <p:spPr>
          <a:xfrm>
            <a:off x="2161491" y="4679400"/>
            <a:ext cx="2239055" cy="113220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phic 2" descr="Database outline">
            <a:extLst>
              <a:ext uri="{FF2B5EF4-FFF2-40B4-BE49-F238E27FC236}">
                <a16:creationId xmlns:a16="http://schemas.microsoft.com/office/drawing/2014/main" id="{A18777A0-3333-C49A-0A86-CAEDAE28B8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6335" y="4733134"/>
            <a:ext cx="1027083" cy="1027083"/>
          </a:xfrm>
          <a:prstGeom prst="rect">
            <a:avLst/>
          </a:prstGeom>
        </p:spPr>
      </p:pic>
      <p:pic>
        <p:nvPicPr>
          <p:cNvPr id="4" name="Graphic 3" descr="Database outline">
            <a:extLst>
              <a:ext uri="{FF2B5EF4-FFF2-40B4-BE49-F238E27FC236}">
                <a16:creationId xmlns:a16="http://schemas.microsoft.com/office/drawing/2014/main" id="{1759A51E-CB30-280D-57AC-D2283086CA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1736" y="4738646"/>
            <a:ext cx="1027083" cy="1027083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03E2095F-ABA0-4A68-D39B-87C61C12D6DB}"/>
              </a:ext>
            </a:extLst>
          </p:cNvPr>
          <p:cNvSpPr txBox="1"/>
          <p:nvPr/>
        </p:nvSpPr>
        <p:spPr>
          <a:xfrm>
            <a:off x="81152" y="1216526"/>
            <a:ext cx="1330814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Simulation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9ACABFA-6345-028A-0AE1-F67B31C1199D}"/>
              </a:ext>
            </a:extLst>
          </p:cNvPr>
          <p:cNvSpPr txBox="1"/>
          <p:nvPr/>
        </p:nvSpPr>
        <p:spPr>
          <a:xfrm>
            <a:off x="279497" y="3985831"/>
            <a:ext cx="93647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Reality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592C0B-3E0E-C17A-709C-387CA057765D}"/>
              </a:ext>
            </a:extLst>
          </p:cNvPr>
          <p:cNvSpPr/>
          <p:nvPr/>
        </p:nvSpPr>
        <p:spPr>
          <a:xfrm>
            <a:off x="1740056" y="1391129"/>
            <a:ext cx="392848" cy="47306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</p:spTree>
    <p:extLst>
      <p:ext uri="{BB962C8B-B14F-4D97-AF65-F5344CB8AC3E}">
        <p14:creationId xmlns:p14="http://schemas.microsoft.com/office/powerpoint/2010/main" val="3896070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A8623-E294-E765-25DE-953657DDD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 descr="Database outline">
            <a:extLst>
              <a:ext uri="{FF2B5EF4-FFF2-40B4-BE49-F238E27FC236}">
                <a16:creationId xmlns:a16="http://schemas.microsoft.com/office/drawing/2014/main" id="{623E9D8E-C15D-0BBE-3679-81B626DE37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3144059"/>
            <a:ext cx="1027083" cy="1027083"/>
          </a:xfrm>
          <a:prstGeom prst="rect">
            <a:avLst/>
          </a:prstGeom>
        </p:spPr>
      </p:pic>
      <p:pic>
        <p:nvPicPr>
          <p:cNvPr id="13" name="Graphic 12" descr="Robot outline">
            <a:extLst>
              <a:ext uri="{FF2B5EF4-FFF2-40B4-BE49-F238E27FC236}">
                <a16:creationId xmlns:a16="http://schemas.microsoft.com/office/drawing/2014/main" id="{9E42A857-2582-6EAF-A3E3-33A8AD00BD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6808" y="1645831"/>
            <a:ext cx="1683540" cy="1683540"/>
          </a:xfrm>
          <a:prstGeom prst="rect">
            <a:avLst/>
          </a:prstGeom>
        </p:spPr>
      </p:pic>
      <p:pic>
        <p:nvPicPr>
          <p:cNvPr id="14" name="Graphic 13" descr="Database outline">
            <a:extLst>
              <a:ext uri="{FF2B5EF4-FFF2-40B4-BE49-F238E27FC236}">
                <a16:creationId xmlns:a16="http://schemas.microsoft.com/office/drawing/2014/main" id="{7E18C5A7-33E3-0846-A231-832B9B8059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1974060"/>
            <a:ext cx="1027083" cy="1027083"/>
          </a:xfrm>
          <a:prstGeom prst="rect">
            <a:avLst/>
          </a:prstGeom>
        </p:spPr>
      </p:pic>
      <p:pic>
        <p:nvPicPr>
          <p:cNvPr id="15" name="Graphic 14" descr="Database outline">
            <a:extLst>
              <a:ext uri="{FF2B5EF4-FFF2-40B4-BE49-F238E27FC236}">
                <a16:creationId xmlns:a16="http://schemas.microsoft.com/office/drawing/2014/main" id="{E5BF0981-9CDE-E8DF-3D62-734CD22319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804061"/>
            <a:ext cx="1027083" cy="102708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6AC6FAA-BCD8-AC6C-8E46-895D81EDF91C}"/>
              </a:ext>
            </a:extLst>
          </p:cNvPr>
          <p:cNvSpPr txBox="1"/>
          <p:nvPr/>
        </p:nvSpPr>
        <p:spPr>
          <a:xfrm rot="5400000">
            <a:off x="2327351" y="170870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2F4E9C-B6EC-2872-E197-3DE2B5B4B5BD}"/>
              </a:ext>
            </a:extLst>
          </p:cNvPr>
          <p:cNvSpPr txBox="1"/>
          <p:nvPr/>
        </p:nvSpPr>
        <p:spPr>
          <a:xfrm rot="5400000">
            <a:off x="2327351" y="2878701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35" name="Graphic 34" descr="Man outline">
            <a:extLst>
              <a:ext uri="{FF2B5EF4-FFF2-40B4-BE49-F238E27FC236}">
                <a16:creationId xmlns:a16="http://schemas.microsoft.com/office/drawing/2014/main" id="{58143086-6BAB-4368-7CA3-3E9E8B4DA7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1292" y="4379785"/>
            <a:ext cx="1683540" cy="1683540"/>
          </a:xfrm>
          <a:prstGeom prst="rect">
            <a:avLst/>
          </a:prstGeom>
        </p:spPr>
      </p:pic>
      <p:pic>
        <p:nvPicPr>
          <p:cNvPr id="36" name="Graphic 35" descr="Database outline">
            <a:extLst>
              <a:ext uri="{FF2B5EF4-FFF2-40B4-BE49-F238E27FC236}">
                <a16:creationId xmlns:a16="http://schemas.microsoft.com/office/drawing/2014/main" id="{2E02740D-BFF2-D57C-7B9C-775505E26D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43218" y="4734552"/>
            <a:ext cx="1027083" cy="1027083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6B69096-F4E3-251A-6939-5B7813FB01A5}"/>
              </a:ext>
            </a:extLst>
          </p:cNvPr>
          <p:cNvCxnSpPr>
            <a:cxnSpLocks/>
          </p:cNvCxnSpPr>
          <p:nvPr/>
        </p:nvCxnSpPr>
        <p:spPr>
          <a:xfrm flipV="1">
            <a:off x="1285163" y="1493932"/>
            <a:ext cx="758055" cy="493076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5FD772C-424F-245C-B48E-D414D94ED495}"/>
              </a:ext>
            </a:extLst>
          </p:cNvPr>
          <p:cNvCxnSpPr>
            <a:cxnSpLocks/>
          </p:cNvCxnSpPr>
          <p:nvPr/>
        </p:nvCxnSpPr>
        <p:spPr>
          <a:xfrm>
            <a:off x="1280702" y="2487600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2A78E5B-2379-291E-ED7B-B6D3236BE0AF}"/>
              </a:ext>
            </a:extLst>
          </p:cNvPr>
          <p:cNvCxnSpPr>
            <a:cxnSpLocks/>
          </p:cNvCxnSpPr>
          <p:nvPr/>
        </p:nvCxnSpPr>
        <p:spPr>
          <a:xfrm>
            <a:off x="1280702" y="2999724"/>
            <a:ext cx="815398" cy="514959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ABF1DD5-F0F5-78F9-5CFC-8C272D513A4B}"/>
              </a:ext>
            </a:extLst>
          </p:cNvPr>
          <p:cNvCxnSpPr>
            <a:cxnSpLocks/>
          </p:cNvCxnSpPr>
          <p:nvPr/>
        </p:nvCxnSpPr>
        <p:spPr>
          <a:xfrm>
            <a:off x="1314779" y="5249470"/>
            <a:ext cx="815398" cy="0"/>
          </a:xfrm>
          <a:prstGeom prst="line">
            <a:avLst/>
          </a:prstGeom>
          <a:ln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Graphic 53" descr="Database outline">
            <a:extLst>
              <a:ext uri="{FF2B5EF4-FFF2-40B4-BE49-F238E27FC236}">
                <a16:creationId xmlns:a16="http://schemas.microsoft.com/office/drawing/2014/main" id="{9C50B6AD-37DD-D6D5-780D-4FDA2DBCCC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3142640"/>
            <a:ext cx="1027083" cy="1027083"/>
          </a:xfrm>
          <a:prstGeom prst="rect">
            <a:avLst/>
          </a:prstGeom>
        </p:spPr>
      </p:pic>
      <p:pic>
        <p:nvPicPr>
          <p:cNvPr id="55" name="Graphic 54" descr="Database outline">
            <a:extLst>
              <a:ext uri="{FF2B5EF4-FFF2-40B4-BE49-F238E27FC236}">
                <a16:creationId xmlns:a16="http://schemas.microsoft.com/office/drawing/2014/main" id="{A5C3F3AD-80DB-C164-2256-D06EEEAF5B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1972641"/>
            <a:ext cx="1027083" cy="1027083"/>
          </a:xfrm>
          <a:prstGeom prst="rect">
            <a:avLst/>
          </a:prstGeom>
        </p:spPr>
      </p:pic>
      <p:pic>
        <p:nvPicPr>
          <p:cNvPr id="56" name="Graphic 55" descr="Database outline">
            <a:extLst>
              <a:ext uri="{FF2B5EF4-FFF2-40B4-BE49-F238E27FC236}">
                <a16:creationId xmlns:a16="http://schemas.microsoft.com/office/drawing/2014/main" id="{87A92598-C207-01CF-0862-719EAB87B6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802642"/>
            <a:ext cx="1027083" cy="102708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0194D972-3BBA-02D5-0D49-B2AFCD45CBFB}"/>
              </a:ext>
            </a:extLst>
          </p:cNvPr>
          <p:cNvSpPr txBox="1"/>
          <p:nvPr/>
        </p:nvSpPr>
        <p:spPr>
          <a:xfrm rot="5400000">
            <a:off x="3040598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6E09F67-171D-C10E-BEC6-B194E7E38948}"/>
              </a:ext>
            </a:extLst>
          </p:cNvPr>
          <p:cNvSpPr txBox="1"/>
          <p:nvPr/>
        </p:nvSpPr>
        <p:spPr>
          <a:xfrm rot="5400000">
            <a:off x="3040598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59" name="Graphic 58" descr="Database outline">
            <a:extLst>
              <a:ext uri="{FF2B5EF4-FFF2-40B4-BE49-F238E27FC236}">
                <a16:creationId xmlns:a16="http://schemas.microsoft.com/office/drawing/2014/main" id="{58BF16DD-7921-7220-32D8-D91F0A0AD7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3142640"/>
            <a:ext cx="1027083" cy="1027083"/>
          </a:xfrm>
          <a:prstGeom prst="rect">
            <a:avLst/>
          </a:prstGeom>
        </p:spPr>
      </p:pic>
      <p:pic>
        <p:nvPicPr>
          <p:cNvPr id="60" name="Graphic 59" descr="Database outline">
            <a:extLst>
              <a:ext uri="{FF2B5EF4-FFF2-40B4-BE49-F238E27FC236}">
                <a16:creationId xmlns:a16="http://schemas.microsoft.com/office/drawing/2014/main" id="{7BEA345A-86F9-9BDF-1D96-037A729F79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1972641"/>
            <a:ext cx="1027083" cy="1027083"/>
          </a:xfrm>
          <a:prstGeom prst="rect">
            <a:avLst/>
          </a:prstGeom>
        </p:spPr>
      </p:pic>
      <p:pic>
        <p:nvPicPr>
          <p:cNvPr id="61" name="Graphic 60" descr="Database outline">
            <a:extLst>
              <a:ext uri="{FF2B5EF4-FFF2-40B4-BE49-F238E27FC236}">
                <a16:creationId xmlns:a16="http://schemas.microsoft.com/office/drawing/2014/main" id="{79137000-73F0-F105-5C4E-317EF5EF65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802642"/>
            <a:ext cx="1027083" cy="102708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B14B85F7-3CD8-6E25-56F4-53720BB4F32D}"/>
              </a:ext>
            </a:extLst>
          </p:cNvPr>
          <p:cNvSpPr txBox="1"/>
          <p:nvPr/>
        </p:nvSpPr>
        <p:spPr>
          <a:xfrm rot="5400000">
            <a:off x="3760014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77FCCF0-E750-8233-6363-656C982FA6E6}"/>
              </a:ext>
            </a:extLst>
          </p:cNvPr>
          <p:cNvSpPr txBox="1"/>
          <p:nvPr/>
        </p:nvSpPr>
        <p:spPr>
          <a:xfrm rot="5400000">
            <a:off x="3760014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EACC97C-2F82-73ED-4E78-E23C2BAD3A29}"/>
              </a:ext>
            </a:extLst>
          </p:cNvPr>
          <p:cNvSpPr/>
          <p:nvPr/>
        </p:nvSpPr>
        <p:spPr>
          <a:xfrm>
            <a:off x="2150134" y="850845"/>
            <a:ext cx="2239055" cy="328774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EDF75E-6D5B-61A1-13DF-41505BD84519}"/>
              </a:ext>
            </a:extLst>
          </p:cNvPr>
          <p:cNvSpPr/>
          <p:nvPr/>
        </p:nvSpPr>
        <p:spPr>
          <a:xfrm>
            <a:off x="2161491" y="4679400"/>
            <a:ext cx="2239055" cy="113220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phic 2" descr="Database outline">
            <a:extLst>
              <a:ext uri="{FF2B5EF4-FFF2-40B4-BE49-F238E27FC236}">
                <a16:creationId xmlns:a16="http://schemas.microsoft.com/office/drawing/2014/main" id="{227E3373-714F-B2EB-3FB0-FE11180ECD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6335" y="4733134"/>
            <a:ext cx="1027083" cy="1027083"/>
          </a:xfrm>
          <a:prstGeom prst="rect">
            <a:avLst/>
          </a:prstGeom>
        </p:spPr>
      </p:pic>
      <p:pic>
        <p:nvPicPr>
          <p:cNvPr id="4" name="Graphic 3" descr="Database outline">
            <a:extLst>
              <a:ext uri="{FF2B5EF4-FFF2-40B4-BE49-F238E27FC236}">
                <a16:creationId xmlns:a16="http://schemas.microsoft.com/office/drawing/2014/main" id="{01E51224-1DDB-ACC1-C52F-E164FF462E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1736" y="4738646"/>
            <a:ext cx="1027083" cy="1027083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0F88F862-5496-CD6A-0C57-CFB2A95602D4}"/>
              </a:ext>
            </a:extLst>
          </p:cNvPr>
          <p:cNvSpPr txBox="1"/>
          <p:nvPr/>
        </p:nvSpPr>
        <p:spPr>
          <a:xfrm>
            <a:off x="81152" y="1216526"/>
            <a:ext cx="1330814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Simulation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DE670652-863C-71E4-4F4A-FCCCA2C87B8C}"/>
              </a:ext>
            </a:extLst>
          </p:cNvPr>
          <p:cNvSpPr txBox="1"/>
          <p:nvPr/>
        </p:nvSpPr>
        <p:spPr>
          <a:xfrm>
            <a:off x="279497" y="3985831"/>
            <a:ext cx="93647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Reality</a:t>
            </a:r>
          </a:p>
        </p:txBody>
      </p:sp>
    </p:spTree>
    <p:extLst>
      <p:ext uri="{BB962C8B-B14F-4D97-AF65-F5344CB8AC3E}">
        <p14:creationId xmlns:p14="http://schemas.microsoft.com/office/powerpoint/2010/main" val="3036560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172B3-0BBF-E1F3-5655-1C9FC3437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 descr="Database outline">
            <a:extLst>
              <a:ext uri="{FF2B5EF4-FFF2-40B4-BE49-F238E27FC236}">
                <a16:creationId xmlns:a16="http://schemas.microsoft.com/office/drawing/2014/main" id="{E6ED1EC1-8146-805F-1318-D94072308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3144059"/>
            <a:ext cx="1027083" cy="1027083"/>
          </a:xfrm>
          <a:prstGeom prst="rect">
            <a:avLst/>
          </a:prstGeom>
        </p:spPr>
      </p:pic>
      <p:pic>
        <p:nvPicPr>
          <p:cNvPr id="13" name="Graphic 12" descr="Robot outline">
            <a:extLst>
              <a:ext uri="{FF2B5EF4-FFF2-40B4-BE49-F238E27FC236}">
                <a16:creationId xmlns:a16="http://schemas.microsoft.com/office/drawing/2014/main" id="{2F57CD70-0788-4A9A-4275-269A6DA25B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6808" y="1645831"/>
            <a:ext cx="1683540" cy="1683540"/>
          </a:xfrm>
          <a:prstGeom prst="rect">
            <a:avLst/>
          </a:prstGeom>
        </p:spPr>
      </p:pic>
      <p:pic>
        <p:nvPicPr>
          <p:cNvPr id="14" name="Graphic 13" descr="Database outline">
            <a:extLst>
              <a:ext uri="{FF2B5EF4-FFF2-40B4-BE49-F238E27FC236}">
                <a16:creationId xmlns:a16="http://schemas.microsoft.com/office/drawing/2014/main" id="{5E59CA6D-FFFF-2556-E56A-8AC74D7314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1974060"/>
            <a:ext cx="1027083" cy="1027083"/>
          </a:xfrm>
          <a:prstGeom prst="rect">
            <a:avLst/>
          </a:prstGeom>
        </p:spPr>
      </p:pic>
      <p:pic>
        <p:nvPicPr>
          <p:cNvPr id="15" name="Graphic 14" descr="Database outline">
            <a:extLst>
              <a:ext uri="{FF2B5EF4-FFF2-40B4-BE49-F238E27FC236}">
                <a16:creationId xmlns:a16="http://schemas.microsoft.com/office/drawing/2014/main" id="{C2F816E4-0D3D-810A-D1F3-35119ECBD7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804061"/>
            <a:ext cx="1027083" cy="102708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D947212-6679-D677-3600-083B524BC39A}"/>
              </a:ext>
            </a:extLst>
          </p:cNvPr>
          <p:cNvSpPr txBox="1"/>
          <p:nvPr/>
        </p:nvSpPr>
        <p:spPr>
          <a:xfrm rot="5400000">
            <a:off x="2327351" y="170870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E7EEE2-767B-A5D0-E4D3-67F0D404DAB4}"/>
              </a:ext>
            </a:extLst>
          </p:cNvPr>
          <p:cNvSpPr txBox="1"/>
          <p:nvPr/>
        </p:nvSpPr>
        <p:spPr>
          <a:xfrm rot="5400000">
            <a:off x="2327351" y="2878701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35" name="Graphic 34" descr="Man outline">
            <a:extLst>
              <a:ext uri="{FF2B5EF4-FFF2-40B4-BE49-F238E27FC236}">
                <a16:creationId xmlns:a16="http://schemas.microsoft.com/office/drawing/2014/main" id="{46590987-1AC1-8F10-2199-1613F14481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1292" y="4379785"/>
            <a:ext cx="1683540" cy="1683540"/>
          </a:xfrm>
          <a:prstGeom prst="rect">
            <a:avLst/>
          </a:prstGeom>
        </p:spPr>
      </p:pic>
      <p:pic>
        <p:nvPicPr>
          <p:cNvPr id="36" name="Graphic 35" descr="Database outline">
            <a:extLst>
              <a:ext uri="{FF2B5EF4-FFF2-40B4-BE49-F238E27FC236}">
                <a16:creationId xmlns:a16="http://schemas.microsoft.com/office/drawing/2014/main" id="{71F3B88B-8BE5-5BA9-FD6A-36B42FC298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43218" y="4734552"/>
            <a:ext cx="1027083" cy="1027083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3DF8571-6D81-97FD-1AE1-5210B8DFFBE9}"/>
              </a:ext>
            </a:extLst>
          </p:cNvPr>
          <p:cNvCxnSpPr>
            <a:cxnSpLocks/>
          </p:cNvCxnSpPr>
          <p:nvPr/>
        </p:nvCxnSpPr>
        <p:spPr>
          <a:xfrm flipV="1">
            <a:off x="1285163" y="1493932"/>
            <a:ext cx="758055" cy="493076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479DDC5-4347-4E77-CA48-84243001AD29}"/>
              </a:ext>
            </a:extLst>
          </p:cNvPr>
          <p:cNvCxnSpPr>
            <a:cxnSpLocks/>
          </p:cNvCxnSpPr>
          <p:nvPr/>
        </p:nvCxnSpPr>
        <p:spPr>
          <a:xfrm>
            <a:off x="1280702" y="2487600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0D5E5F7-95FB-97A7-2D51-E5D374843298}"/>
              </a:ext>
            </a:extLst>
          </p:cNvPr>
          <p:cNvCxnSpPr>
            <a:cxnSpLocks/>
          </p:cNvCxnSpPr>
          <p:nvPr/>
        </p:nvCxnSpPr>
        <p:spPr>
          <a:xfrm>
            <a:off x="1280702" y="2999724"/>
            <a:ext cx="815398" cy="514959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9C1A9A3-9BFA-3037-A980-B6E586028DCA}"/>
              </a:ext>
            </a:extLst>
          </p:cNvPr>
          <p:cNvCxnSpPr>
            <a:cxnSpLocks/>
          </p:cNvCxnSpPr>
          <p:nvPr/>
        </p:nvCxnSpPr>
        <p:spPr>
          <a:xfrm>
            <a:off x="1314779" y="5249470"/>
            <a:ext cx="815398" cy="0"/>
          </a:xfrm>
          <a:prstGeom prst="line">
            <a:avLst/>
          </a:prstGeom>
          <a:ln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Graphic 53" descr="Database outline">
            <a:extLst>
              <a:ext uri="{FF2B5EF4-FFF2-40B4-BE49-F238E27FC236}">
                <a16:creationId xmlns:a16="http://schemas.microsoft.com/office/drawing/2014/main" id="{05EAEC80-4C1B-2C4F-E8D7-93EC48A7F5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3142640"/>
            <a:ext cx="1027083" cy="1027083"/>
          </a:xfrm>
          <a:prstGeom prst="rect">
            <a:avLst/>
          </a:prstGeom>
        </p:spPr>
      </p:pic>
      <p:pic>
        <p:nvPicPr>
          <p:cNvPr id="55" name="Graphic 54" descr="Database outline">
            <a:extLst>
              <a:ext uri="{FF2B5EF4-FFF2-40B4-BE49-F238E27FC236}">
                <a16:creationId xmlns:a16="http://schemas.microsoft.com/office/drawing/2014/main" id="{40238824-F437-DFF8-47F0-914CA86A62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1972641"/>
            <a:ext cx="1027083" cy="1027083"/>
          </a:xfrm>
          <a:prstGeom prst="rect">
            <a:avLst/>
          </a:prstGeom>
        </p:spPr>
      </p:pic>
      <p:pic>
        <p:nvPicPr>
          <p:cNvPr id="56" name="Graphic 55" descr="Database outline">
            <a:extLst>
              <a:ext uri="{FF2B5EF4-FFF2-40B4-BE49-F238E27FC236}">
                <a16:creationId xmlns:a16="http://schemas.microsoft.com/office/drawing/2014/main" id="{BEFA357D-C758-B28B-11F2-09A2CD4B0B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802642"/>
            <a:ext cx="1027083" cy="102708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E007E824-4BE7-B9BF-593E-BB34AE064323}"/>
              </a:ext>
            </a:extLst>
          </p:cNvPr>
          <p:cNvSpPr txBox="1"/>
          <p:nvPr/>
        </p:nvSpPr>
        <p:spPr>
          <a:xfrm rot="5400000">
            <a:off x="3040598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58F9DA6-3FDA-58C7-06D9-8CC3ABE774D8}"/>
              </a:ext>
            </a:extLst>
          </p:cNvPr>
          <p:cNvSpPr txBox="1"/>
          <p:nvPr/>
        </p:nvSpPr>
        <p:spPr>
          <a:xfrm rot="5400000">
            <a:off x="3040598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59" name="Graphic 58" descr="Database outline">
            <a:extLst>
              <a:ext uri="{FF2B5EF4-FFF2-40B4-BE49-F238E27FC236}">
                <a16:creationId xmlns:a16="http://schemas.microsoft.com/office/drawing/2014/main" id="{A18FF6ED-3928-0F57-97AF-9343A65F6E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3142640"/>
            <a:ext cx="1027083" cy="1027083"/>
          </a:xfrm>
          <a:prstGeom prst="rect">
            <a:avLst/>
          </a:prstGeom>
        </p:spPr>
      </p:pic>
      <p:pic>
        <p:nvPicPr>
          <p:cNvPr id="60" name="Graphic 59" descr="Database outline">
            <a:extLst>
              <a:ext uri="{FF2B5EF4-FFF2-40B4-BE49-F238E27FC236}">
                <a16:creationId xmlns:a16="http://schemas.microsoft.com/office/drawing/2014/main" id="{89037E8D-73DA-9E87-B99A-CEA256B13A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1972641"/>
            <a:ext cx="1027083" cy="1027083"/>
          </a:xfrm>
          <a:prstGeom prst="rect">
            <a:avLst/>
          </a:prstGeom>
        </p:spPr>
      </p:pic>
      <p:pic>
        <p:nvPicPr>
          <p:cNvPr id="61" name="Graphic 60" descr="Database outline">
            <a:extLst>
              <a:ext uri="{FF2B5EF4-FFF2-40B4-BE49-F238E27FC236}">
                <a16:creationId xmlns:a16="http://schemas.microsoft.com/office/drawing/2014/main" id="{52CF7AB6-64D3-902F-B42D-05CD432E0A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802642"/>
            <a:ext cx="1027083" cy="102708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C995F54C-0D89-AEA5-A78D-4E2F3CF8250B}"/>
              </a:ext>
            </a:extLst>
          </p:cNvPr>
          <p:cNvSpPr txBox="1"/>
          <p:nvPr/>
        </p:nvSpPr>
        <p:spPr>
          <a:xfrm rot="5400000">
            <a:off x="3760014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D103430-C896-0E2F-5DF7-2BDA1859C811}"/>
              </a:ext>
            </a:extLst>
          </p:cNvPr>
          <p:cNvSpPr txBox="1"/>
          <p:nvPr/>
        </p:nvSpPr>
        <p:spPr>
          <a:xfrm rot="5400000">
            <a:off x="3760014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EFE9BE5-9EEA-D161-8A03-A65B279AF741}"/>
              </a:ext>
            </a:extLst>
          </p:cNvPr>
          <p:cNvSpPr/>
          <p:nvPr/>
        </p:nvSpPr>
        <p:spPr>
          <a:xfrm>
            <a:off x="2150134" y="850845"/>
            <a:ext cx="2239055" cy="328774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E03720-E75F-9019-9238-3D54B488121F}"/>
              </a:ext>
            </a:extLst>
          </p:cNvPr>
          <p:cNvSpPr/>
          <p:nvPr/>
        </p:nvSpPr>
        <p:spPr>
          <a:xfrm>
            <a:off x="2161491" y="4679400"/>
            <a:ext cx="2239055" cy="113220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phic 2" descr="Database outline">
            <a:extLst>
              <a:ext uri="{FF2B5EF4-FFF2-40B4-BE49-F238E27FC236}">
                <a16:creationId xmlns:a16="http://schemas.microsoft.com/office/drawing/2014/main" id="{2B273249-68A3-3B80-5185-C63885FCE9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6335" y="4733134"/>
            <a:ext cx="1027083" cy="1027083"/>
          </a:xfrm>
          <a:prstGeom prst="rect">
            <a:avLst/>
          </a:prstGeom>
        </p:spPr>
      </p:pic>
      <p:pic>
        <p:nvPicPr>
          <p:cNvPr id="4" name="Graphic 3" descr="Database outline">
            <a:extLst>
              <a:ext uri="{FF2B5EF4-FFF2-40B4-BE49-F238E27FC236}">
                <a16:creationId xmlns:a16="http://schemas.microsoft.com/office/drawing/2014/main" id="{8DEEE513-6498-91BB-B663-C26EEE3D57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1736" y="4738646"/>
            <a:ext cx="1027083" cy="1027083"/>
          </a:xfrm>
          <a:prstGeom prst="rect">
            <a:avLst/>
          </a:prstGeom>
        </p:spPr>
      </p:pic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DE21813-FE65-C74C-CAAF-AEBB70D6B8D5}"/>
              </a:ext>
            </a:extLst>
          </p:cNvPr>
          <p:cNvGrpSpPr/>
          <p:nvPr/>
        </p:nvGrpSpPr>
        <p:grpSpPr>
          <a:xfrm>
            <a:off x="5478003" y="850840"/>
            <a:ext cx="2869285" cy="3287745"/>
            <a:chOff x="5830784" y="1007352"/>
            <a:chExt cx="2689955" cy="3082261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E02DF85-3FE0-3889-6340-5386BE1833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9ABEC3F-396B-C385-4E1C-549962A3B5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466A4C2-F74F-164D-DEF9-1BD09269DB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15530C7-DF65-1481-03A7-250717AE22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E9A97FD-9623-F57D-C25C-CDDFAD12E212}"/>
                </a:ext>
              </a:extLst>
            </p:cNvPr>
            <p:cNvSpPr txBox="1"/>
            <p:nvPr/>
          </p:nvSpPr>
          <p:spPr>
            <a:xfrm rot="5400000">
              <a:off x="5938345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8B38C31-D0D0-9B60-BE04-4F0A431371A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07FC084-DDDA-5353-755B-AF33DA1038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5F7479A-EC0C-B9D9-876A-F5A9E6811C0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FE31D2B-6969-A25B-CC25-06DCC6D649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D826262-5E42-EF0F-A0FD-0FF67F84B27F}"/>
                </a:ext>
              </a:extLst>
            </p:cNvPr>
            <p:cNvSpPr txBox="1"/>
            <p:nvPr/>
          </p:nvSpPr>
          <p:spPr>
            <a:xfrm rot="5400000">
              <a:off x="6709683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9079A9A-D955-B560-2B0D-89EE1D986FCA}"/>
                </a:ext>
              </a:extLst>
            </p:cNvPr>
            <p:cNvCxnSpPr>
              <a:stCxn id="6" idx="6"/>
              <a:endCxn id="12" idx="2"/>
            </p:cNvCxnSpPr>
            <p:nvPr/>
          </p:nvCxnSpPr>
          <p:spPr>
            <a:xfrm>
              <a:off x="6230277" y="225016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B7B222F-0EAB-E59A-301B-7B3402AE7B0C}"/>
                </a:ext>
              </a:extLst>
            </p:cNvPr>
            <p:cNvCxnSpPr>
              <a:cxnSpLocks/>
              <a:stCxn id="6" idx="6"/>
              <a:endCxn id="16" idx="2"/>
            </p:cNvCxnSpPr>
            <p:nvPr/>
          </p:nvCxnSpPr>
          <p:spPr>
            <a:xfrm>
              <a:off x="6230277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225D9D5-EC90-3A8E-88D4-19AF6A3DBFC6}"/>
                </a:ext>
              </a:extLst>
            </p:cNvPr>
            <p:cNvCxnSpPr>
              <a:cxnSpLocks/>
              <a:stCxn id="6" idx="6"/>
              <a:endCxn id="17" idx="1"/>
            </p:cNvCxnSpPr>
            <p:nvPr/>
          </p:nvCxnSpPr>
          <p:spPr>
            <a:xfrm>
              <a:off x="6230277" y="2250165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6833514-3DBD-F641-C54B-8D486439B95A}"/>
                </a:ext>
              </a:extLst>
            </p:cNvPr>
            <p:cNvCxnSpPr>
              <a:cxnSpLocks/>
              <a:stCxn id="6" idx="6"/>
              <a:endCxn id="18" idx="1"/>
            </p:cNvCxnSpPr>
            <p:nvPr/>
          </p:nvCxnSpPr>
          <p:spPr>
            <a:xfrm>
              <a:off x="6230277" y="2250165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D7F28F3-2A6F-7FC2-469B-AD2557D215B0}"/>
                </a:ext>
              </a:extLst>
            </p:cNvPr>
            <p:cNvCxnSpPr>
              <a:cxnSpLocks/>
              <a:stCxn id="7" idx="6"/>
              <a:endCxn id="12" idx="2"/>
            </p:cNvCxnSpPr>
            <p:nvPr/>
          </p:nvCxnSpPr>
          <p:spPr>
            <a:xfrm flipV="1">
              <a:off x="6230277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61E73BB7-F873-F988-B84A-0B7DFF1D36B7}"/>
                </a:ext>
              </a:extLst>
            </p:cNvPr>
            <p:cNvCxnSpPr>
              <a:cxnSpLocks/>
              <a:stCxn id="7" idx="6"/>
              <a:endCxn id="16" idx="2"/>
            </p:cNvCxnSpPr>
            <p:nvPr/>
          </p:nvCxnSpPr>
          <p:spPr>
            <a:xfrm>
              <a:off x="6230277" y="2649506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71BB0E81-DFB3-F95F-EB5C-1DAC77222B56}"/>
                </a:ext>
              </a:extLst>
            </p:cNvPr>
            <p:cNvCxnSpPr>
              <a:cxnSpLocks/>
              <a:stCxn id="7" idx="6"/>
              <a:endCxn id="17" idx="2"/>
            </p:cNvCxnSpPr>
            <p:nvPr/>
          </p:nvCxnSpPr>
          <p:spPr>
            <a:xfrm>
              <a:off x="6230277" y="2649506"/>
              <a:ext cx="497018" cy="78266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661505C3-9D44-80CC-8E6C-6ADCC5B316BA}"/>
                </a:ext>
              </a:extLst>
            </p:cNvPr>
            <p:cNvCxnSpPr>
              <a:cxnSpLocks/>
              <a:stCxn id="7" idx="6"/>
              <a:endCxn id="18" idx="1"/>
            </p:cNvCxnSpPr>
            <p:nvPr/>
          </p:nvCxnSpPr>
          <p:spPr>
            <a:xfrm>
              <a:off x="6230277" y="2649506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C833E200-9376-A67A-53DA-F07D02B71706}"/>
                </a:ext>
              </a:extLst>
            </p:cNvPr>
            <p:cNvCxnSpPr>
              <a:cxnSpLocks/>
              <a:stCxn id="8" idx="6"/>
              <a:endCxn id="12" idx="3"/>
            </p:cNvCxnSpPr>
            <p:nvPr/>
          </p:nvCxnSpPr>
          <p:spPr>
            <a:xfrm flipV="1">
              <a:off x="6230277" y="2347152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0478ECC9-094E-D719-6545-B4CD78660F02}"/>
                </a:ext>
              </a:extLst>
            </p:cNvPr>
            <p:cNvCxnSpPr>
              <a:cxnSpLocks/>
              <a:stCxn id="8" idx="6"/>
              <a:endCxn id="16" idx="3"/>
            </p:cNvCxnSpPr>
            <p:nvPr/>
          </p:nvCxnSpPr>
          <p:spPr>
            <a:xfrm flipV="1">
              <a:off x="6230277" y="2746493"/>
              <a:ext cx="537191" cy="68568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2A2C055F-A029-2EEF-5648-4AEC28846EBA}"/>
                </a:ext>
              </a:extLst>
            </p:cNvPr>
            <p:cNvCxnSpPr>
              <a:cxnSpLocks/>
              <a:stCxn id="8" idx="6"/>
              <a:endCxn id="17" idx="2"/>
            </p:cNvCxnSpPr>
            <p:nvPr/>
          </p:nvCxnSpPr>
          <p:spPr>
            <a:xfrm>
              <a:off x="6230277" y="343217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F2C9C3F1-0BAD-F972-5DF5-C7EDB8A75EF8}"/>
                </a:ext>
              </a:extLst>
            </p:cNvPr>
            <p:cNvCxnSpPr>
              <a:cxnSpLocks/>
              <a:stCxn id="8" idx="6"/>
              <a:endCxn id="18" idx="2"/>
            </p:cNvCxnSpPr>
            <p:nvPr/>
          </p:nvCxnSpPr>
          <p:spPr>
            <a:xfrm>
              <a:off x="6230277" y="3432175"/>
              <a:ext cx="497018" cy="40412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C2621A30-2E59-BF3E-9B52-B90FE532D0EF}"/>
                </a:ext>
              </a:extLst>
            </p:cNvPr>
            <p:cNvCxnSpPr>
              <a:cxnSpLocks/>
              <a:stCxn id="9" idx="6"/>
              <a:endCxn id="18" idx="2"/>
            </p:cNvCxnSpPr>
            <p:nvPr/>
          </p:nvCxnSpPr>
          <p:spPr>
            <a:xfrm>
              <a:off x="6230277" y="3836297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4B0EDA3D-1BDE-3DA2-D040-B55C659D86C3}"/>
                </a:ext>
              </a:extLst>
            </p:cNvPr>
            <p:cNvCxnSpPr>
              <a:cxnSpLocks/>
              <a:stCxn id="9" idx="6"/>
              <a:endCxn id="17" idx="3"/>
            </p:cNvCxnSpPr>
            <p:nvPr/>
          </p:nvCxnSpPr>
          <p:spPr>
            <a:xfrm flipV="1">
              <a:off x="6230277" y="3529162"/>
              <a:ext cx="537191" cy="30713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324591E7-E870-AAE8-EE08-4A1599BA6DE7}"/>
                </a:ext>
              </a:extLst>
            </p:cNvPr>
            <p:cNvCxnSpPr>
              <a:cxnSpLocks/>
              <a:stCxn id="9" idx="6"/>
              <a:endCxn id="16" idx="3"/>
            </p:cNvCxnSpPr>
            <p:nvPr/>
          </p:nvCxnSpPr>
          <p:spPr>
            <a:xfrm flipV="1">
              <a:off x="6230277" y="2746493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C951D6D6-32B4-2FD1-A1B6-C4BBD2C883AA}"/>
                </a:ext>
              </a:extLst>
            </p:cNvPr>
            <p:cNvCxnSpPr>
              <a:cxnSpLocks/>
              <a:stCxn id="9" idx="6"/>
              <a:endCxn id="12" idx="3"/>
            </p:cNvCxnSpPr>
            <p:nvPr/>
          </p:nvCxnSpPr>
          <p:spPr>
            <a:xfrm flipV="1">
              <a:off x="6230277" y="2347152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84E49B35-8141-EF78-E191-2BECA7FF67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F3CD4BEC-BD61-013C-4391-06D56B320C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351758CE-3FF0-2A58-2B18-B206DAFB55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DDA97C53-5C3B-7AA2-6EE6-A1DCAFB104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77869519-325C-8843-6368-62D7AB14E07E}"/>
                </a:ext>
              </a:extLst>
            </p:cNvPr>
            <p:cNvSpPr txBox="1"/>
            <p:nvPr/>
          </p:nvSpPr>
          <p:spPr>
            <a:xfrm rot="5400000">
              <a:off x="7362457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FBB0280B-F613-7E01-059A-A1720B347E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2F946C9C-4D91-47E4-DF0A-7E94BC33E0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EE3AD07-9943-1E28-3F12-8FCD291FEC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7AD02C27-0777-F7FD-A6A6-BF833A7BE0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1AE36BF7-7C74-AABB-F31E-ADFFFD4037A8}"/>
                </a:ext>
              </a:extLst>
            </p:cNvPr>
            <p:cNvSpPr txBox="1"/>
            <p:nvPr/>
          </p:nvSpPr>
          <p:spPr>
            <a:xfrm rot="5400000">
              <a:off x="8133795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B968A5C7-4683-134A-DBAD-68972C71C5D7}"/>
                </a:ext>
              </a:extLst>
            </p:cNvPr>
            <p:cNvCxnSpPr>
              <a:stCxn id="90" idx="6"/>
              <a:endCxn id="95" idx="2"/>
            </p:cNvCxnSpPr>
            <p:nvPr/>
          </p:nvCxnSpPr>
          <p:spPr>
            <a:xfrm>
              <a:off x="7654389" y="225016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92DAEA17-E5E0-61FA-810A-FD1AD8705BEB}"/>
                </a:ext>
              </a:extLst>
            </p:cNvPr>
            <p:cNvCxnSpPr>
              <a:cxnSpLocks/>
              <a:stCxn id="90" idx="6"/>
              <a:endCxn id="96" idx="2"/>
            </p:cNvCxnSpPr>
            <p:nvPr/>
          </p:nvCxnSpPr>
          <p:spPr>
            <a:xfrm>
              <a:off x="7654389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0EB190B6-2BD2-E2A7-8920-CE1699B3AE27}"/>
                </a:ext>
              </a:extLst>
            </p:cNvPr>
            <p:cNvCxnSpPr>
              <a:cxnSpLocks/>
              <a:stCxn id="90" idx="6"/>
              <a:endCxn id="97" idx="1"/>
            </p:cNvCxnSpPr>
            <p:nvPr/>
          </p:nvCxnSpPr>
          <p:spPr>
            <a:xfrm>
              <a:off x="7654389" y="2250165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9AEA7E71-B30E-E55E-57D0-676622FBE190}"/>
                </a:ext>
              </a:extLst>
            </p:cNvPr>
            <p:cNvCxnSpPr>
              <a:cxnSpLocks/>
              <a:stCxn id="90" idx="6"/>
              <a:endCxn id="98" idx="1"/>
            </p:cNvCxnSpPr>
            <p:nvPr/>
          </p:nvCxnSpPr>
          <p:spPr>
            <a:xfrm>
              <a:off x="7654389" y="2250165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C6A6CC95-5670-DD38-6930-ED863B62CA40}"/>
                </a:ext>
              </a:extLst>
            </p:cNvPr>
            <p:cNvCxnSpPr>
              <a:cxnSpLocks/>
              <a:stCxn id="91" idx="6"/>
              <a:endCxn id="95" idx="2"/>
            </p:cNvCxnSpPr>
            <p:nvPr/>
          </p:nvCxnSpPr>
          <p:spPr>
            <a:xfrm flipV="1">
              <a:off x="7654389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6BEB8E7A-EB28-ACD5-CFA0-9690E84806AB}"/>
                </a:ext>
              </a:extLst>
            </p:cNvPr>
            <p:cNvCxnSpPr>
              <a:cxnSpLocks/>
              <a:stCxn id="91" idx="6"/>
              <a:endCxn id="96" idx="2"/>
            </p:cNvCxnSpPr>
            <p:nvPr/>
          </p:nvCxnSpPr>
          <p:spPr>
            <a:xfrm>
              <a:off x="7654389" y="2649506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F96042C1-0E7B-B728-F58D-121D25CF0961}"/>
                </a:ext>
              </a:extLst>
            </p:cNvPr>
            <p:cNvCxnSpPr>
              <a:cxnSpLocks/>
              <a:stCxn id="91" idx="6"/>
              <a:endCxn id="97" idx="2"/>
            </p:cNvCxnSpPr>
            <p:nvPr/>
          </p:nvCxnSpPr>
          <p:spPr>
            <a:xfrm>
              <a:off x="7654389" y="2649506"/>
              <a:ext cx="497018" cy="78266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94D042B5-8ADB-6776-4870-503F1CC37A25}"/>
                </a:ext>
              </a:extLst>
            </p:cNvPr>
            <p:cNvCxnSpPr>
              <a:cxnSpLocks/>
              <a:stCxn id="91" idx="6"/>
              <a:endCxn id="98" idx="1"/>
            </p:cNvCxnSpPr>
            <p:nvPr/>
          </p:nvCxnSpPr>
          <p:spPr>
            <a:xfrm>
              <a:off x="7654389" y="2649506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462BE98F-9725-AAC8-420B-03551CDA98E0}"/>
                </a:ext>
              </a:extLst>
            </p:cNvPr>
            <p:cNvCxnSpPr>
              <a:cxnSpLocks/>
              <a:stCxn id="92" idx="6"/>
              <a:endCxn id="95" idx="3"/>
            </p:cNvCxnSpPr>
            <p:nvPr/>
          </p:nvCxnSpPr>
          <p:spPr>
            <a:xfrm flipV="1">
              <a:off x="7654389" y="2347152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38E56F93-D4B8-22A1-3527-92D9DCD6F3C4}"/>
                </a:ext>
              </a:extLst>
            </p:cNvPr>
            <p:cNvCxnSpPr>
              <a:cxnSpLocks/>
              <a:stCxn id="92" idx="6"/>
              <a:endCxn id="96" idx="3"/>
            </p:cNvCxnSpPr>
            <p:nvPr/>
          </p:nvCxnSpPr>
          <p:spPr>
            <a:xfrm flipV="1">
              <a:off x="7654389" y="2746493"/>
              <a:ext cx="537191" cy="68568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3C5F624C-EFD0-61DB-6C0F-0FB985C20217}"/>
                </a:ext>
              </a:extLst>
            </p:cNvPr>
            <p:cNvCxnSpPr>
              <a:cxnSpLocks/>
              <a:stCxn id="92" idx="6"/>
              <a:endCxn id="97" idx="2"/>
            </p:cNvCxnSpPr>
            <p:nvPr/>
          </p:nvCxnSpPr>
          <p:spPr>
            <a:xfrm>
              <a:off x="7654389" y="343217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71028505-677F-D221-D3DE-87630B39877B}"/>
                </a:ext>
              </a:extLst>
            </p:cNvPr>
            <p:cNvCxnSpPr>
              <a:cxnSpLocks/>
              <a:stCxn id="92" idx="6"/>
              <a:endCxn id="98" idx="2"/>
            </p:cNvCxnSpPr>
            <p:nvPr/>
          </p:nvCxnSpPr>
          <p:spPr>
            <a:xfrm>
              <a:off x="7654389" y="3432175"/>
              <a:ext cx="497018" cy="40412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5347847A-8370-6C7E-77D9-1BD02C76E636}"/>
                </a:ext>
              </a:extLst>
            </p:cNvPr>
            <p:cNvCxnSpPr>
              <a:cxnSpLocks/>
              <a:stCxn id="93" idx="6"/>
              <a:endCxn id="98" idx="2"/>
            </p:cNvCxnSpPr>
            <p:nvPr/>
          </p:nvCxnSpPr>
          <p:spPr>
            <a:xfrm>
              <a:off x="7654389" y="3836297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3E9B1166-614C-E860-2C18-7BC355FB6E43}"/>
                </a:ext>
              </a:extLst>
            </p:cNvPr>
            <p:cNvCxnSpPr>
              <a:cxnSpLocks/>
              <a:stCxn id="93" idx="6"/>
              <a:endCxn id="97" idx="3"/>
            </p:cNvCxnSpPr>
            <p:nvPr/>
          </p:nvCxnSpPr>
          <p:spPr>
            <a:xfrm flipV="1">
              <a:off x="7654389" y="3529162"/>
              <a:ext cx="537191" cy="30713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A0E4EDC2-55AE-7280-D9BF-8C687F1402F8}"/>
                </a:ext>
              </a:extLst>
            </p:cNvPr>
            <p:cNvCxnSpPr>
              <a:cxnSpLocks/>
              <a:stCxn id="93" idx="6"/>
              <a:endCxn id="96" idx="3"/>
            </p:cNvCxnSpPr>
            <p:nvPr/>
          </p:nvCxnSpPr>
          <p:spPr>
            <a:xfrm flipV="1">
              <a:off x="7654389" y="2746493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E323AA6D-499A-CD53-6614-17CFAF2D915D}"/>
                </a:ext>
              </a:extLst>
            </p:cNvPr>
            <p:cNvCxnSpPr>
              <a:cxnSpLocks/>
              <a:stCxn id="93" idx="6"/>
              <a:endCxn id="95" idx="3"/>
            </p:cNvCxnSpPr>
            <p:nvPr/>
          </p:nvCxnSpPr>
          <p:spPr>
            <a:xfrm flipV="1">
              <a:off x="7654389" y="2347152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359EA099-61CB-AA37-5000-7C3AA0935DE3}"/>
                </a:ext>
              </a:extLst>
            </p:cNvPr>
            <p:cNvSpPr txBox="1"/>
            <p:nvPr/>
          </p:nvSpPr>
          <p:spPr>
            <a:xfrm>
              <a:off x="6974050" y="2016096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C49B49FC-51E0-4FFC-0F73-DD6F78564776}"/>
                </a:ext>
              </a:extLst>
            </p:cNvPr>
            <p:cNvSpPr txBox="1"/>
            <p:nvPr/>
          </p:nvSpPr>
          <p:spPr>
            <a:xfrm>
              <a:off x="6990255" y="2418140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087E7021-B43E-9F60-BD6D-928A43528F62}"/>
                </a:ext>
              </a:extLst>
            </p:cNvPr>
            <p:cNvSpPr txBox="1"/>
            <p:nvPr/>
          </p:nvSpPr>
          <p:spPr>
            <a:xfrm>
              <a:off x="6990255" y="3197293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D82D3EF4-F180-4986-0281-035A22E13C45}"/>
                </a:ext>
              </a:extLst>
            </p:cNvPr>
            <p:cNvSpPr txBox="1"/>
            <p:nvPr/>
          </p:nvSpPr>
          <p:spPr>
            <a:xfrm>
              <a:off x="6996398" y="3607010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8CFA92A8-0F28-921A-C8B5-0542B763FED2}"/>
                </a:ext>
              </a:extLst>
            </p:cNvPr>
            <p:cNvSpPr/>
            <p:nvPr/>
          </p:nvSpPr>
          <p:spPr>
            <a:xfrm>
              <a:off x="5830784" y="1007352"/>
              <a:ext cx="2689955" cy="308226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ED0B9F0B-DF8D-E81D-0F1C-48BB97A5A032}"/>
              </a:ext>
            </a:extLst>
          </p:cNvPr>
          <p:cNvCxnSpPr>
            <a:cxnSpLocks/>
          </p:cNvCxnSpPr>
          <p:nvPr/>
        </p:nvCxnSpPr>
        <p:spPr>
          <a:xfrm>
            <a:off x="4518819" y="2599491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6EE0D7E6-61C8-13E6-CFAC-0C2A359C1875}"/>
              </a:ext>
            </a:extLst>
          </p:cNvPr>
          <p:cNvSpPr txBox="1"/>
          <p:nvPr/>
        </p:nvSpPr>
        <p:spPr>
          <a:xfrm>
            <a:off x="4398086" y="2136429"/>
            <a:ext cx="1061957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CA18AA9-D299-0C3A-275F-CE9913FBAD06}"/>
              </a:ext>
            </a:extLst>
          </p:cNvPr>
          <p:cNvSpPr txBox="1"/>
          <p:nvPr/>
        </p:nvSpPr>
        <p:spPr>
          <a:xfrm>
            <a:off x="81152" y="1216526"/>
            <a:ext cx="1330814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Simulation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0326D5D-D05C-2704-7DF1-4B6EBFDB4866}"/>
              </a:ext>
            </a:extLst>
          </p:cNvPr>
          <p:cNvSpPr txBox="1"/>
          <p:nvPr/>
        </p:nvSpPr>
        <p:spPr>
          <a:xfrm>
            <a:off x="279497" y="3985831"/>
            <a:ext cx="93647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Reality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06AA220-6862-6056-E6C1-0CF7E0423DCC}"/>
              </a:ext>
            </a:extLst>
          </p:cNvPr>
          <p:cNvSpPr/>
          <p:nvPr/>
        </p:nvSpPr>
        <p:spPr>
          <a:xfrm>
            <a:off x="4678176" y="2584578"/>
            <a:ext cx="674428" cy="3227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sp>
        <p:nvSpPr>
          <p:cNvPr id="5" name="Smiley Face 4">
            <a:extLst>
              <a:ext uri="{FF2B5EF4-FFF2-40B4-BE49-F238E27FC236}">
                <a16:creationId xmlns:a16="http://schemas.microsoft.com/office/drawing/2014/main" id="{5DF95A47-FA64-CC48-BA18-E2F741D6304C}"/>
              </a:ext>
            </a:extLst>
          </p:cNvPr>
          <p:cNvSpPr/>
          <p:nvPr/>
        </p:nvSpPr>
        <p:spPr>
          <a:xfrm>
            <a:off x="6483484" y="925823"/>
            <a:ext cx="975360" cy="975360"/>
          </a:xfrm>
          <a:prstGeom prst="smileyFac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083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BBE8D-3709-238B-B26A-25109DD33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 descr="Database outline">
            <a:extLst>
              <a:ext uri="{FF2B5EF4-FFF2-40B4-BE49-F238E27FC236}">
                <a16:creationId xmlns:a16="http://schemas.microsoft.com/office/drawing/2014/main" id="{0AC51B32-56B9-9C61-8F2F-4DFBAA1CCC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3144059"/>
            <a:ext cx="1027083" cy="1027083"/>
          </a:xfrm>
          <a:prstGeom prst="rect">
            <a:avLst/>
          </a:prstGeom>
        </p:spPr>
      </p:pic>
      <p:pic>
        <p:nvPicPr>
          <p:cNvPr id="13" name="Graphic 12" descr="Robot outline">
            <a:extLst>
              <a:ext uri="{FF2B5EF4-FFF2-40B4-BE49-F238E27FC236}">
                <a16:creationId xmlns:a16="http://schemas.microsoft.com/office/drawing/2014/main" id="{77244FA0-4A20-3E5D-4A1C-6A48D90D63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6808" y="1645831"/>
            <a:ext cx="1683540" cy="1683540"/>
          </a:xfrm>
          <a:prstGeom prst="rect">
            <a:avLst/>
          </a:prstGeom>
        </p:spPr>
      </p:pic>
      <p:pic>
        <p:nvPicPr>
          <p:cNvPr id="14" name="Graphic 13" descr="Database outline">
            <a:extLst>
              <a:ext uri="{FF2B5EF4-FFF2-40B4-BE49-F238E27FC236}">
                <a16:creationId xmlns:a16="http://schemas.microsoft.com/office/drawing/2014/main" id="{127102C9-AE66-8F6D-4219-B8CDDA7B37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1974060"/>
            <a:ext cx="1027083" cy="1027083"/>
          </a:xfrm>
          <a:prstGeom prst="rect">
            <a:avLst/>
          </a:prstGeom>
        </p:spPr>
      </p:pic>
      <p:pic>
        <p:nvPicPr>
          <p:cNvPr id="15" name="Graphic 14" descr="Database outline">
            <a:extLst>
              <a:ext uri="{FF2B5EF4-FFF2-40B4-BE49-F238E27FC236}">
                <a16:creationId xmlns:a16="http://schemas.microsoft.com/office/drawing/2014/main" id="{4DE99C6A-3592-0494-993D-2467CA34A7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804061"/>
            <a:ext cx="1027083" cy="102708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E9330D1-25A6-AA43-D68C-D3C6BB31A0DC}"/>
              </a:ext>
            </a:extLst>
          </p:cNvPr>
          <p:cNvSpPr txBox="1"/>
          <p:nvPr/>
        </p:nvSpPr>
        <p:spPr>
          <a:xfrm rot="5400000">
            <a:off x="2327351" y="170870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A30318-DA11-AB43-C36E-D098F1C2B56C}"/>
              </a:ext>
            </a:extLst>
          </p:cNvPr>
          <p:cNvSpPr txBox="1"/>
          <p:nvPr/>
        </p:nvSpPr>
        <p:spPr>
          <a:xfrm rot="5400000">
            <a:off x="2327351" y="2878701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35" name="Graphic 34" descr="Man outline">
            <a:extLst>
              <a:ext uri="{FF2B5EF4-FFF2-40B4-BE49-F238E27FC236}">
                <a16:creationId xmlns:a16="http://schemas.microsoft.com/office/drawing/2014/main" id="{43663D98-1C80-9ED8-609C-3222BA575D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1292" y="4379785"/>
            <a:ext cx="1683540" cy="1683540"/>
          </a:xfrm>
          <a:prstGeom prst="rect">
            <a:avLst/>
          </a:prstGeom>
        </p:spPr>
      </p:pic>
      <p:pic>
        <p:nvPicPr>
          <p:cNvPr id="36" name="Graphic 35" descr="Database outline">
            <a:extLst>
              <a:ext uri="{FF2B5EF4-FFF2-40B4-BE49-F238E27FC236}">
                <a16:creationId xmlns:a16="http://schemas.microsoft.com/office/drawing/2014/main" id="{03EE182D-135C-CF6A-B2F6-174DEC0AD9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43218" y="4734552"/>
            <a:ext cx="1027083" cy="1027083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E3B4006-9B82-50FC-4342-FF2AFE8DA170}"/>
              </a:ext>
            </a:extLst>
          </p:cNvPr>
          <p:cNvCxnSpPr>
            <a:cxnSpLocks/>
          </p:cNvCxnSpPr>
          <p:nvPr/>
        </p:nvCxnSpPr>
        <p:spPr>
          <a:xfrm flipV="1">
            <a:off x="1285163" y="1493932"/>
            <a:ext cx="758055" cy="493076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3619F74-8947-E591-9AB4-335DF54C9147}"/>
              </a:ext>
            </a:extLst>
          </p:cNvPr>
          <p:cNvCxnSpPr>
            <a:cxnSpLocks/>
          </p:cNvCxnSpPr>
          <p:nvPr/>
        </p:nvCxnSpPr>
        <p:spPr>
          <a:xfrm>
            <a:off x="1280702" y="2487600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07001EC-5784-1E0A-19A3-B92122994998}"/>
              </a:ext>
            </a:extLst>
          </p:cNvPr>
          <p:cNvCxnSpPr>
            <a:cxnSpLocks/>
          </p:cNvCxnSpPr>
          <p:nvPr/>
        </p:nvCxnSpPr>
        <p:spPr>
          <a:xfrm>
            <a:off x="1280702" y="2999724"/>
            <a:ext cx="815398" cy="514959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479A4ED-FBBA-DE24-F01E-5A27D1691E2F}"/>
              </a:ext>
            </a:extLst>
          </p:cNvPr>
          <p:cNvCxnSpPr>
            <a:cxnSpLocks/>
          </p:cNvCxnSpPr>
          <p:nvPr/>
        </p:nvCxnSpPr>
        <p:spPr>
          <a:xfrm>
            <a:off x="1314779" y="5249470"/>
            <a:ext cx="815398" cy="0"/>
          </a:xfrm>
          <a:prstGeom prst="line">
            <a:avLst/>
          </a:prstGeom>
          <a:ln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Graphic 53" descr="Database outline">
            <a:extLst>
              <a:ext uri="{FF2B5EF4-FFF2-40B4-BE49-F238E27FC236}">
                <a16:creationId xmlns:a16="http://schemas.microsoft.com/office/drawing/2014/main" id="{032F5447-E4DB-88B8-2145-2D1D78A1C2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3142640"/>
            <a:ext cx="1027083" cy="1027083"/>
          </a:xfrm>
          <a:prstGeom prst="rect">
            <a:avLst/>
          </a:prstGeom>
        </p:spPr>
      </p:pic>
      <p:pic>
        <p:nvPicPr>
          <p:cNvPr id="55" name="Graphic 54" descr="Database outline">
            <a:extLst>
              <a:ext uri="{FF2B5EF4-FFF2-40B4-BE49-F238E27FC236}">
                <a16:creationId xmlns:a16="http://schemas.microsoft.com/office/drawing/2014/main" id="{B4D0F50C-126C-AD42-B7FC-9AA1E4E965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1972641"/>
            <a:ext cx="1027083" cy="1027083"/>
          </a:xfrm>
          <a:prstGeom prst="rect">
            <a:avLst/>
          </a:prstGeom>
        </p:spPr>
      </p:pic>
      <p:pic>
        <p:nvPicPr>
          <p:cNvPr id="56" name="Graphic 55" descr="Database outline">
            <a:extLst>
              <a:ext uri="{FF2B5EF4-FFF2-40B4-BE49-F238E27FC236}">
                <a16:creationId xmlns:a16="http://schemas.microsoft.com/office/drawing/2014/main" id="{9CDBEE72-09E9-CCC1-5605-26C09D879A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802642"/>
            <a:ext cx="1027083" cy="102708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0666D46A-EC54-76AB-C29C-4F7E5296D571}"/>
              </a:ext>
            </a:extLst>
          </p:cNvPr>
          <p:cNvSpPr txBox="1"/>
          <p:nvPr/>
        </p:nvSpPr>
        <p:spPr>
          <a:xfrm rot="5400000">
            <a:off x="3040598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9CE55A9-1998-E597-6036-250F90E5492C}"/>
              </a:ext>
            </a:extLst>
          </p:cNvPr>
          <p:cNvSpPr txBox="1"/>
          <p:nvPr/>
        </p:nvSpPr>
        <p:spPr>
          <a:xfrm rot="5400000">
            <a:off x="3040598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59" name="Graphic 58" descr="Database outline">
            <a:extLst>
              <a:ext uri="{FF2B5EF4-FFF2-40B4-BE49-F238E27FC236}">
                <a16:creationId xmlns:a16="http://schemas.microsoft.com/office/drawing/2014/main" id="{327698EE-72B6-E16E-722D-D7134899DA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3142640"/>
            <a:ext cx="1027083" cy="1027083"/>
          </a:xfrm>
          <a:prstGeom prst="rect">
            <a:avLst/>
          </a:prstGeom>
        </p:spPr>
      </p:pic>
      <p:pic>
        <p:nvPicPr>
          <p:cNvPr id="60" name="Graphic 59" descr="Database outline">
            <a:extLst>
              <a:ext uri="{FF2B5EF4-FFF2-40B4-BE49-F238E27FC236}">
                <a16:creationId xmlns:a16="http://schemas.microsoft.com/office/drawing/2014/main" id="{322CF3E3-6D4B-2275-FDC9-8187AE5323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1972641"/>
            <a:ext cx="1027083" cy="1027083"/>
          </a:xfrm>
          <a:prstGeom prst="rect">
            <a:avLst/>
          </a:prstGeom>
        </p:spPr>
      </p:pic>
      <p:pic>
        <p:nvPicPr>
          <p:cNvPr id="61" name="Graphic 60" descr="Database outline">
            <a:extLst>
              <a:ext uri="{FF2B5EF4-FFF2-40B4-BE49-F238E27FC236}">
                <a16:creationId xmlns:a16="http://schemas.microsoft.com/office/drawing/2014/main" id="{68A43F63-5638-560A-4C4A-BE4A1915C5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802642"/>
            <a:ext cx="1027083" cy="102708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1F10D1F9-EC14-6070-6E5B-8B2574F0BD98}"/>
              </a:ext>
            </a:extLst>
          </p:cNvPr>
          <p:cNvSpPr txBox="1"/>
          <p:nvPr/>
        </p:nvSpPr>
        <p:spPr>
          <a:xfrm rot="5400000">
            <a:off x="3760014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B2D1EA1-B437-7D3D-6D7D-B4CB895A4D9C}"/>
              </a:ext>
            </a:extLst>
          </p:cNvPr>
          <p:cNvSpPr txBox="1"/>
          <p:nvPr/>
        </p:nvSpPr>
        <p:spPr>
          <a:xfrm rot="5400000">
            <a:off x="3760014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4A17950-6279-3FE3-A6D6-E8554C6A1F57}"/>
              </a:ext>
            </a:extLst>
          </p:cNvPr>
          <p:cNvSpPr/>
          <p:nvPr/>
        </p:nvSpPr>
        <p:spPr>
          <a:xfrm>
            <a:off x="2150134" y="850845"/>
            <a:ext cx="2239055" cy="328774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4E61D4-12C2-1A2C-505E-507919D8AB80}"/>
              </a:ext>
            </a:extLst>
          </p:cNvPr>
          <p:cNvSpPr/>
          <p:nvPr/>
        </p:nvSpPr>
        <p:spPr>
          <a:xfrm>
            <a:off x="2161491" y="4679400"/>
            <a:ext cx="2239055" cy="113220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phic 2" descr="Database outline">
            <a:extLst>
              <a:ext uri="{FF2B5EF4-FFF2-40B4-BE49-F238E27FC236}">
                <a16:creationId xmlns:a16="http://schemas.microsoft.com/office/drawing/2014/main" id="{EBD182D5-BECD-8308-7D2C-481B1AF339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6335" y="4733134"/>
            <a:ext cx="1027083" cy="1027083"/>
          </a:xfrm>
          <a:prstGeom prst="rect">
            <a:avLst/>
          </a:prstGeom>
        </p:spPr>
      </p:pic>
      <p:pic>
        <p:nvPicPr>
          <p:cNvPr id="4" name="Graphic 3" descr="Database outline">
            <a:extLst>
              <a:ext uri="{FF2B5EF4-FFF2-40B4-BE49-F238E27FC236}">
                <a16:creationId xmlns:a16="http://schemas.microsoft.com/office/drawing/2014/main" id="{6F441693-2F45-50B9-16A6-0B21482FC0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1736" y="4738646"/>
            <a:ext cx="1027083" cy="1027083"/>
          </a:xfrm>
          <a:prstGeom prst="rect">
            <a:avLst/>
          </a:prstGeom>
        </p:spPr>
      </p:pic>
      <p:grpSp>
        <p:nvGrpSpPr>
          <p:cNvPr id="121" name="Group 120">
            <a:extLst>
              <a:ext uri="{FF2B5EF4-FFF2-40B4-BE49-F238E27FC236}">
                <a16:creationId xmlns:a16="http://schemas.microsoft.com/office/drawing/2014/main" id="{34C90430-1794-4FF1-0BF1-F66419AAC6B3}"/>
              </a:ext>
            </a:extLst>
          </p:cNvPr>
          <p:cNvGrpSpPr/>
          <p:nvPr/>
        </p:nvGrpSpPr>
        <p:grpSpPr>
          <a:xfrm>
            <a:off x="5478003" y="850840"/>
            <a:ext cx="2869285" cy="3287745"/>
            <a:chOff x="5830784" y="1007352"/>
            <a:chExt cx="2689955" cy="3082261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49323AF-086D-0D30-1CAD-37B0B0D4B62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852B49B-F2AC-D8A0-6D3E-0DBC9ECD35A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D52FA4A-D1D8-FFCE-0761-C754160D3D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96066BD-1CC9-7A98-D99C-0894E936F6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47925BE-8576-B243-674B-26F156E45B1B}"/>
                </a:ext>
              </a:extLst>
            </p:cNvPr>
            <p:cNvSpPr txBox="1"/>
            <p:nvPr/>
          </p:nvSpPr>
          <p:spPr>
            <a:xfrm rot="5400000">
              <a:off x="5938345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248AE32-7B73-D92A-4A62-17D6A332AE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C36B758-A262-4D4D-E317-E57CF7D9A3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4289625-220C-0A81-5073-3D9F5430F09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3CC0C0C-0A90-90D0-1D15-9142EF794A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FE12DCE-D824-7E0C-7D06-6CDCF937BAEF}"/>
                </a:ext>
              </a:extLst>
            </p:cNvPr>
            <p:cNvSpPr txBox="1"/>
            <p:nvPr/>
          </p:nvSpPr>
          <p:spPr>
            <a:xfrm rot="5400000">
              <a:off x="6709683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9E346E8-D8FD-9937-7314-364A9934EDDC}"/>
                </a:ext>
              </a:extLst>
            </p:cNvPr>
            <p:cNvCxnSpPr>
              <a:stCxn id="6" idx="6"/>
              <a:endCxn id="12" idx="2"/>
            </p:cNvCxnSpPr>
            <p:nvPr/>
          </p:nvCxnSpPr>
          <p:spPr>
            <a:xfrm>
              <a:off x="6230277" y="225016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EFC433E7-A7D4-E18C-3E19-56A6752DD55C}"/>
                </a:ext>
              </a:extLst>
            </p:cNvPr>
            <p:cNvCxnSpPr>
              <a:cxnSpLocks/>
              <a:stCxn id="6" idx="6"/>
              <a:endCxn id="16" idx="2"/>
            </p:cNvCxnSpPr>
            <p:nvPr/>
          </p:nvCxnSpPr>
          <p:spPr>
            <a:xfrm>
              <a:off x="6230277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DBBE842-B67B-488E-0AA2-FB808AEC172D}"/>
                </a:ext>
              </a:extLst>
            </p:cNvPr>
            <p:cNvCxnSpPr>
              <a:cxnSpLocks/>
              <a:stCxn id="6" idx="6"/>
              <a:endCxn id="17" idx="1"/>
            </p:cNvCxnSpPr>
            <p:nvPr/>
          </p:nvCxnSpPr>
          <p:spPr>
            <a:xfrm>
              <a:off x="6230277" y="2250165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FC5ED56-6E38-527A-4B36-C5AB0AC994C3}"/>
                </a:ext>
              </a:extLst>
            </p:cNvPr>
            <p:cNvCxnSpPr>
              <a:cxnSpLocks/>
              <a:stCxn id="6" idx="6"/>
              <a:endCxn id="18" idx="1"/>
            </p:cNvCxnSpPr>
            <p:nvPr/>
          </p:nvCxnSpPr>
          <p:spPr>
            <a:xfrm>
              <a:off x="6230277" y="2250165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394374D-7D5A-69D4-4921-55E4DA63C385}"/>
                </a:ext>
              </a:extLst>
            </p:cNvPr>
            <p:cNvCxnSpPr>
              <a:cxnSpLocks/>
              <a:stCxn id="7" idx="6"/>
              <a:endCxn id="12" idx="2"/>
            </p:cNvCxnSpPr>
            <p:nvPr/>
          </p:nvCxnSpPr>
          <p:spPr>
            <a:xfrm flipV="1">
              <a:off x="6230277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1E2E0F7E-4295-2FF8-F854-26D5769181C1}"/>
                </a:ext>
              </a:extLst>
            </p:cNvPr>
            <p:cNvCxnSpPr>
              <a:cxnSpLocks/>
              <a:stCxn id="7" idx="6"/>
              <a:endCxn id="16" idx="2"/>
            </p:cNvCxnSpPr>
            <p:nvPr/>
          </p:nvCxnSpPr>
          <p:spPr>
            <a:xfrm>
              <a:off x="6230277" y="2649506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E939EF9-E573-5DBD-BB16-6C95C9840D26}"/>
                </a:ext>
              </a:extLst>
            </p:cNvPr>
            <p:cNvCxnSpPr>
              <a:cxnSpLocks/>
              <a:stCxn id="7" idx="6"/>
              <a:endCxn id="17" idx="2"/>
            </p:cNvCxnSpPr>
            <p:nvPr/>
          </p:nvCxnSpPr>
          <p:spPr>
            <a:xfrm>
              <a:off x="6230277" y="2649506"/>
              <a:ext cx="497018" cy="78266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5B0FA556-9B93-EBD4-86AB-A80B1C7C71F2}"/>
                </a:ext>
              </a:extLst>
            </p:cNvPr>
            <p:cNvCxnSpPr>
              <a:cxnSpLocks/>
              <a:stCxn id="7" idx="6"/>
              <a:endCxn id="18" idx="1"/>
            </p:cNvCxnSpPr>
            <p:nvPr/>
          </p:nvCxnSpPr>
          <p:spPr>
            <a:xfrm>
              <a:off x="6230277" y="2649506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302B354-8352-849C-0529-CF89639ACD31}"/>
                </a:ext>
              </a:extLst>
            </p:cNvPr>
            <p:cNvCxnSpPr>
              <a:cxnSpLocks/>
              <a:stCxn id="8" idx="6"/>
              <a:endCxn id="12" idx="3"/>
            </p:cNvCxnSpPr>
            <p:nvPr/>
          </p:nvCxnSpPr>
          <p:spPr>
            <a:xfrm flipV="1">
              <a:off x="6230277" y="2347152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76EC4685-BADD-AB1F-1FD5-1534FEE51605}"/>
                </a:ext>
              </a:extLst>
            </p:cNvPr>
            <p:cNvCxnSpPr>
              <a:cxnSpLocks/>
              <a:stCxn id="8" idx="6"/>
              <a:endCxn id="16" idx="3"/>
            </p:cNvCxnSpPr>
            <p:nvPr/>
          </p:nvCxnSpPr>
          <p:spPr>
            <a:xfrm flipV="1">
              <a:off x="6230277" y="2746493"/>
              <a:ext cx="537191" cy="68568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9F1ECD1A-4EF0-F206-3248-A59178FC662A}"/>
                </a:ext>
              </a:extLst>
            </p:cNvPr>
            <p:cNvCxnSpPr>
              <a:cxnSpLocks/>
              <a:stCxn id="8" idx="6"/>
              <a:endCxn id="17" idx="2"/>
            </p:cNvCxnSpPr>
            <p:nvPr/>
          </p:nvCxnSpPr>
          <p:spPr>
            <a:xfrm>
              <a:off x="6230277" y="343217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B58343F9-950D-7263-F221-56A8B019D359}"/>
                </a:ext>
              </a:extLst>
            </p:cNvPr>
            <p:cNvCxnSpPr>
              <a:cxnSpLocks/>
              <a:stCxn id="8" idx="6"/>
              <a:endCxn id="18" idx="2"/>
            </p:cNvCxnSpPr>
            <p:nvPr/>
          </p:nvCxnSpPr>
          <p:spPr>
            <a:xfrm>
              <a:off x="6230277" y="3432175"/>
              <a:ext cx="497018" cy="40412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AB99D4A2-4F2A-5758-4994-C1159C807D57}"/>
                </a:ext>
              </a:extLst>
            </p:cNvPr>
            <p:cNvCxnSpPr>
              <a:cxnSpLocks/>
              <a:stCxn id="9" idx="6"/>
              <a:endCxn id="18" idx="2"/>
            </p:cNvCxnSpPr>
            <p:nvPr/>
          </p:nvCxnSpPr>
          <p:spPr>
            <a:xfrm>
              <a:off x="6230277" y="3836297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E88304C3-A174-844B-FE61-7CB813775850}"/>
                </a:ext>
              </a:extLst>
            </p:cNvPr>
            <p:cNvCxnSpPr>
              <a:cxnSpLocks/>
              <a:stCxn id="9" idx="6"/>
              <a:endCxn id="17" idx="3"/>
            </p:cNvCxnSpPr>
            <p:nvPr/>
          </p:nvCxnSpPr>
          <p:spPr>
            <a:xfrm flipV="1">
              <a:off x="6230277" y="3529162"/>
              <a:ext cx="537191" cy="30713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F71FC195-264E-CCC9-CBE4-C8688F5656EA}"/>
                </a:ext>
              </a:extLst>
            </p:cNvPr>
            <p:cNvCxnSpPr>
              <a:cxnSpLocks/>
              <a:stCxn id="9" idx="6"/>
              <a:endCxn id="16" idx="3"/>
            </p:cNvCxnSpPr>
            <p:nvPr/>
          </p:nvCxnSpPr>
          <p:spPr>
            <a:xfrm flipV="1">
              <a:off x="6230277" y="2746493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1C21E885-D9BC-1801-4544-510CCC42AAFA}"/>
                </a:ext>
              </a:extLst>
            </p:cNvPr>
            <p:cNvCxnSpPr>
              <a:cxnSpLocks/>
              <a:stCxn id="9" idx="6"/>
              <a:endCxn id="12" idx="3"/>
            </p:cNvCxnSpPr>
            <p:nvPr/>
          </p:nvCxnSpPr>
          <p:spPr>
            <a:xfrm flipV="1">
              <a:off x="6230277" y="2347152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169469CE-13F6-2FFD-4933-F1FC295761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A2943692-1FC6-4BEE-EB75-23AD40032C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00F2F30C-D74F-0A2C-2C46-2C222D9B31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B81CA7F1-704A-3890-89C1-A49E29D7C44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EE9C8A4-E8D0-F93D-6631-8A9783D59521}"/>
                </a:ext>
              </a:extLst>
            </p:cNvPr>
            <p:cNvSpPr txBox="1"/>
            <p:nvPr/>
          </p:nvSpPr>
          <p:spPr>
            <a:xfrm rot="5400000">
              <a:off x="7362457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1CBECF7D-7518-B6A1-6DB5-F4B6EDD0DC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70CEFD39-914C-90A4-8E5A-047B5F259D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CC946475-186C-89AC-70A8-07BD050E9A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FB98B208-77ED-814C-45FD-27FB6C2325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450A1F80-448E-BD0A-537B-A7111F367838}"/>
                </a:ext>
              </a:extLst>
            </p:cNvPr>
            <p:cNvSpPr txBox="1"/>
            <p:nvPr/>
          </p:nvSpPr>
          <p:spPr>
            <a:xfrm rot="5400000">
              <a:off x="8133795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6C1EDF74-D3CD-0677-F70A-397A519F0A5C}"/>
                </a:ext>
              </a:extLst>
            </p:cNvPr>
            <p:cNvCxnSpPr>
              <a:stCxn id="90" idx="6"/>
              <a:endCxn id="95" idx="2"/>
            </p:cNvCxnSpPr>
            <p:nvPr/>
          </p:nvCxnSpPr>
          <p:spPr>
            <a:xfrm>
              <a:off x="7654389" y="225016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44B7E30F-FCD9-FA22-20E4-F4BBE25DD74B}"/>
                </a:ext>
              </a:extLst>
            </p:cNvPr>
            <p:cNvCxnSpPr>
              <a:cxnSpLocks/>
              <a:stCxn id="90" idx="6"/>
              <a:endCxn id="96" idx="2"/>
            </p:cNvCxnSpPr>
            <p:nvPr/>
          </p:nvCxnSpPr>
          <p:spPr>
            <a:xfrm>
              <a:off x="7654389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6D66C2D0-2E0C-466C-EFF4-D3587596DBF0}"/>
                </a:ext>
              </a:extLst>
            </p:cNvPr>
            <p:cNvCxnSpPr>
              <a:cxnSpLocks/>
              <a:stCxn id="90" idx="6"/>
              <a:endCxn id="97" idx="1"/>
            </p:cNvCxnSpPr>
            <p:nvPr/>
          </p:nvCxnSpPr>
          <p:spPr>
            <a:xfrm>
              <a:off x="7654389" y="2250165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B0AF332C-E322-8AF7-FAF5-55965F200714}"/>
                </a:ext>
              </a:extLst>
            </p:cNvPr>
            <p:cNvCxnSpPr>
              <a:cxnSpLocks/>
              <a:stCxn id="90" idx="6"/>
              <a:endCxn id="98" idx="1"/>
            </p:cNvCxnSpPr>
            <p:nvPr/>
          </p:nvCxnSpPr>
          <p:spPr>
            <a:xfrm>
              <a:off x="7654389" y="2250165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18625082-03FE-E358-D9EE-C85791D74FDF}"/>
                </a:ext>
              </a:extLst>
            </p:cNvPr>
            <p:cNvCxnSpPr>
              <a:cxnSpLocks/>
              <a:stCxn id="91" idx="6"/>
              <a:endCxn id="95" idx="2"/>
            </p:cNvCxnSpPr>
            <p:nvPr/>
          </p:nvCxnSpPr>
          <p:spPr>
            <a:xfrm flipV="1">
              <a:off x="7654389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44570730-66BE-C194-35C7-09FD3639E401}"/>
                </a:ext>
              </a:extLst>
            </p:cNvPr>
            <p:cNvCxnSpPr>
              <a:cxnSpLocks/>
              <a:stCxn id="91" idx="6"/>
              <a:endCxn id="96" idx="2"/>
            </p:cNvCxnSpPr>
            <p:nvPr/>
          </p:nvCxnSpPr>
          <p:spPr>
            <a:xfrm>
              <a:off x="7654389" y="2649506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8064EA71-2C41-6344-2F3C-87637CC16068}"/>
                </a:ext>
              </a:extLst>
            </p:cNvPr>
            <p:cNvCxnSpPr>
              <a:cxnSpLocks/>
              <a:stCxn id="91" idx="6"/>
              <a:endCxn id="97" idx="2"/>
            </p:cNvCxnSpPr>
            <p:nvPr/>
          </p:nvCxnSpPr>
          <p:spPr>
            <a:xfrm>
              <a:off x="7654389" y="2649506"/>
              <a:ext cx="497018" cy="78266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B5C26107-A2D3-55C4-3169-96564C938BB5}"/>
                </a:ext>
              </a:extLst>
            </p:cNvPr>
            <p:cNvCxnSpPr>
              <a:cxnSpLocks/>
              <a:stCxn id="91" idx="6"/>
              <a:endCxn id="98" idx="1"/>
            </p:cNvCxnSpPr>
            <p:nvPr/>
          </p:nvCxnSpPr>
          <p:spPr>
            <a:xfrm>
              <a:off x="7654389" y="2649506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A2369632-F17A-41E9-1D03-73522F6D75FE}"/>
                </a:ext>
              </a:extLst>
            </p:cNvPr>
            <p:cNvCxnSpPr>
              <a:cxnSpLocks/>
              <a:stCxn id="92" idx="6"/>
              <a:endCxn id="95" idx="3"/>
            </p:cNvCxnSpPr>
            <p:nvPr/>
          </p:nvCxnSpPr>
          <p:spPr>
            <a:xfrm flipV="1">
              <a:off x="7654389" y="2347152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AB8ED21D-DEF6-B63F-9295-352ACB56FB55}"/>
                </a:ext>
              </a:extLst>
            </p:cNvPr>
            <p:cNvCxnSpPr>
              <a:cxnSpLocks/>
              <a:stCxn id="92" idx="6"/>
              <a:endCxn id="96" idx="3"/>
            </p:cNvCxnSpPr>
            <p:nvPr/>
          </p:nvCxnSpPr>
          <p:spPr>
            <a:xfrm flipV="1">
              <a:off x="7654389" y="2746493"/>
              <a:ext cx="537191" cy="68568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1E04C7A2-E175-DC1D-8604-E3CE7931C376}"/>
                </a:ext>
              </a:extLst>
            </p:cNvPr>
            <p:cNvCxnSpPr>
              <a:cxnSpLocks/>
              <a:stCxn id="92" idx="6"/>
              <a:endCxn id="97" idx="2"/>
            </p:cNvCxnSpPr>
            <p:nvPr/>
          </p:nvCxnSpPr>
          <p:spPr>
            <a:xfrm>
              <a:off x="7654389" y="343217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4FC2235F-337C-373C-AE91-B64EAF941804}"/>
                </a:ext>
              </a:extLst>
            </p:cNvPr>
            <p:cNvCxnSpPr>
              <a:cxnSpLocks/>
              <a:stCxn id="92" idx="6"/>
              <a:endCxn id="98" idx="2"/>
            </p:cNvCxnSpPr>
            <p:nvPr/>
          </p:nvCxnSpPr>
          <p:spPr>
            <a:xfrm>
              <a:off x="7654389" y="3432175"/>
              <a:ext cx="497018" cy="40412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5D2715E7-7B36-4EA9-598E-4BE9333F9281}"/>
                </a:ext>
              </a:extLst>
            </p:cNvPr>
            <p:cNvCxnSpPr>
              <a:cxnSpLocks/>
              <a:stCxn id="93" idx="6"/>
              <a:endCxn id="98" idx="2"/>
            </p:cNvCxnSpPr>
            <p:nvPr/>
          </p:nvCxnSpPr>
          <p:spPr>
            <a:xfrm>
              <a:off x="7654389" y="3836297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8774EBCD-2FB3-7291-CC1B-7D21354361E2}"/>
                </a:ext>
              </a:extLst>
            </p:cNvPr>
            <p:cNvCxnSpPr>
              <a:cxnSpLocks/>
              <a:stCxn id="93" idx="6"/>
              <a:endCxn id="97" idx="3"/>
            </p:cNvCxnSpPr>
            <p:nvPr/>
          </p:nvCxnSpPr>
          <p:spPr>
            <a:xfrm flipV="1">
              <a:off x="7654389" y="3529162"/>
              <a:ext cx="537191" cy="30713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7A6F898B-17EF-215F-4A92-CE0DE9B298B7}"/>
                </a:ext>
              </a:extLst>
            </p:cNvPr>
            <p:cNvCxnSpPr>
              <a:cxnSpLocks/>
              <a:stCxn id="93" idx="6"/>
              <a:endCxn id="96" idx="3"/>
            </p:cNvCxnSpPr>
            <p:nvPr/>
          </p:nvCxnSpPr>
          <p:spPr>
            <a:xfrm flipV="1">
              <a:off x="7654389" y="2746493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A67E78B3-BE62-4019-F261-0D5EE19276D2}"/>
                </a:ext>
              </a:extLst>
            </p:cNvPr>
            <p:cNvCxnSpPr>
              <a:cxnSpLocks/>
              <a:stCxn id="93" idx="6"/>
              <a:endCxn id="95" idx="3"/>
            </p:cNvCxnSpPr>
            <p:nvPr/>
          </p:nvCxnSpPr>
          <p:spPr>
            <a:xfrm flipV="1">
              <a:off x="7654389" y="2347152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156F330F-74FF-443B-94FE-31E57EE08EFD}"/>
                </a:ext>
              </a:extLst>
            </p:cNvPr>
            <p:cNvSpPr txBox="1"/>
            <p:nvPr/>
          </p:nvSpPr>
          <p:spPr>
            <a:xfrm>
              <a:off x="6974050" y="2016096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0C438AF-51C2-7542-7AB4-F343E80D3661}"/>
                </a:ext>
              </a:extLst>
            </p:cNvPr>
            <p:cNvSpPr txBox="1"/>
            <p:nvPr/>
          </p:nvSpPr>
          <p:spPr>
            <a:xfrm>
              <a:off x="6990255" y="2418140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A71D9597-9502-7BD3-D697-A94EABF42308}"/>
                </a:ext>
              </a:extLst>
            </p:cNvPr>
            <p:cNvSpPr txBox="1"/>
            <p:nvPr/>
          </p:nvSpPr>
          <p:spPr>
            <a:xfrm>
              <a:off x="6990255" y="3197293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ACB4A71F-8A48-DA72-C303-A0A30D55D8CF}"/>
                </a:ext>
              </a:extLst>
            </p:cNvPr>
            <p:cNvSpPr txBox="1"/>
            <p:nvPr/>
          </p:nvSpPr>
          <p:spPr>
            <a:xfrm>
              <a:off x="6996398" y="3607010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823BD59B-03DB-C8C6-02EA-5D2BFF476E04}"/>
                </a:ext>
              </a:extLst>
            </p:cNvPr>
            <p:cNvSpPr/>
            <p:nvPr/>
          </p:nvSpPr>
          <p:spPr>
            <a:xfrm>
              <a:off x="5830784" y="1007352"/>
              <a:ext cx="2689955" cy="308226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BFC33C4-47D1-B1D8-592D-8807DF5F5F60}"/>
              </a:ext>
            </a:extLst>
          </p:cNvPr>
          <p:cNvCxnSpPr>
            <a:cxnSpLocks/>
          </p:cNvCxnSpPr>
          <p:nvPr/>
        </p:nvCxnSpPr>
        <p:spPr>
          <a:xfrm>
            <a:off x="4518819" y="2599491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AB27F813-EAEB-B61C-7784-1518FB7B2F28}"/>
              </a:ext>
            </a:extLst>
          </p:cNvPr>
          <p:cNvSpPr txBox="1"/>
          <p:nvPr/>
        </p:nvSpPr>
        <p:spPr>
          <a:xfrm>
            <a:off x="4398086" y="2136429"/>
            <a:ext cx="1061957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B71EDD4-AF4E-4795-E62E-5DDBC1132302}"/>
              </a:ext>
            </a:extLst>
          </p:cNvPr>
          <p:cNvSpPr txBox="1"/>
          <p:nvPr/>
        </p:nvSpPr>
        <p:spPr>
          <a:xfrm>
            <a:off x="81152" y="1216526"/>
            <a:ext cx="1330814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Simulation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8517C9C-8F4E-6886-8F3A-9642490AFFB4}"/>
              </a:ext>
            </a:extLst>
          </p:cNvPr>
          <p:cNvSpPr txBox="1"/>
          <p:nvPr/>
        </p:nvSpPr>
        <p:spPr>
          <a:xfrm>
            <a:off x="279497" y="3985831"/>
            <a:ext cx="93647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Reality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D9412A-D04E-19ED-4387-5FDD804AD310}"/>
              </a:ext>
            </a:extLst>
          </p:cNvPr>
          <p:cNvSpPr/>
          <p:nvPr/>
        </p:nvSpPr>
        <p:spPr>
          <a:xfrm>
            <a:off x="4941370" y="2584578"/>
            <a:ext cx="392848" cy="30805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sp>
        <p:nvSpPr>
          <p:cNvPr id="25" name="Smiley Face 24">
            <a:extLst>
              <a:ext uri="{FF2B5EF4-FFF2-40B4-BE49-F238E27FC236}">
                <a16:creationId xmlns:a16="http://schemas.microsoft.com/office/drawing/2014/main" id="{96623405-74A3-10FC-596C-613D5C3D368E}"/>
              </a:ext>
            </a:extLst>
          </p:cNvPr>
          <p:cNvSpPr/>
          <p:nvPr/>
        </p:nvSpPr>
        <p:spPr>
          <a:xfrm>
            <a:off x="6483484" y="925823"/>
            <a:ext cx="975360" cy="975360"/>
          </a:xfrm>
          <a:prstGeom prst="smileyFac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470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D7A5D-C5F3-1B25-80A7-058E60B02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 descr="Database outline">
            <a:extLst>
              <a:ext uri="{FF2B5EF4-FFF2-40B4-BE49-F238E27FC236}">
                <a16:creationId xmlns:a16="http://schemas.microsoft.com/office/drawing/2014/main" id="{5D81F5D7-9452-CC6D-1DB4-349BB64B28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3144059"/>
            <a:ext cx="1027083" cy="1027083"/>
          </a:xfrm>
          <a:prstGeom prst="rect">
            <a:avLst/>
          </a:prstGeom>
        </p:spPr>
      </p:pic>
      <p:pic>
        <p:nvPicPr>
          <p:cNvPr id="13" name="Graphic 12" descr="Robot outline">
            <a:extLst>
              <a:ext uri="{FF2B5EF4-FFF2-40B4-BE49-F238E27FC236}">
                <a16:creationId xmlns:a16="http://schemas.microsoft.com/office/drawing/2014/main" id="{5C4C0187-36AB-8984-7AA6-D639A7879B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6808" y="1645831"/>
            <a:ext cx="1683540" cy="1683540"/>
          </a:xfrm>
          <a:prstGeom prst="rect">
            <a:avLst/>
          </a:prstGeom>
        </p:spPr>
      </p:pic>
      <p:pic>
        <p:nvPicPr>
          <p:cNvPr id="14" name="Graphic 13" descr="Database outline">
            <a:extLst>
              <a:ext uri="{FF2B5EF4-FFF2-40B4-BE49-F238E27FC236}">
                <a16:creationId xmlns:a16="http://schemas.microsoft.com/office/drawing/2014/main" id="{46A6AF36-F963-A78E-36F0-5B7A3914AC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1974060"/>
            <a:ext cx="1027083" cy="1027083"/>
          </a:xfrm>
          <a:prstGeom prst="rect">
            <a:avLst/>
          </a:prstGeom>
        </p:spPr>
      </p:pic>
      <p:pic>
        <p:nvPicPr>
          <p:cNvPr id="15" name="Graphic 14" descr="Database outline">
            <a:extLst>
              <a:ext uri="{FF2B5EF4-FFF2-40B4-BE49-F238E27FC236}">
                <a16:creationId xmlns:a16="http://schemas.microsoft.com/office/drawing/2014/main" id="{38052342-F10D-8923-EA53-0EC919C294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804061"/>
            <a:ext cx="1027083" cy="102708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DB7E479-7EB7-937D-504E-0DC43FD01847}"/>
              </a:ext>
            </a:extLst>
          </p:cNvPr>
          <p:cNvSpPr txBox="1"/>
          <p:nvPr/>
        </p:nvSpPr>
        <p:spPr>
          <a:xfrm rot="5400000">
            <a:off x="2327351" y="170870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83C706-D447-F36F-AB4E-F595CE758800}"/>
              </a:ext>
            </a:extLst>
          </p:cNvPr>
          <p:cNvSpPr txBox="1"/>
          <p:nvPr/>
        </p:nvSpPr>
        <p:spPr>
          <a:xfrm rot="5400000">
            <a:off x="2327351" y="2878701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35" name="Graphic 34" descr="Man outline">
            <a:extLst>
              <a:ext uri="{FF2B5EF4-FFF2-40B4-BE49-F238E27FC236}">
                <a16:creationId xmlns:a16="http://schemas.microsoft.com/office/drawing/2014/main" id="{50DBA0BB-E867-84DC-96BA-086248A950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1292" y="4379785"/>
            <a:ext cx="1683540" cy="1683540"/>
          </a:xfrm>
          <a:prstGeom prst="rect">
            <a:avLst/>
          </a:prstGeom>
        </p:spPr>
      </p:pic>
      <p:pic>
        <p:nvPicPr>
          <p:cNvPr id="36" name="Graphic 35" descr="Database outline">
            <a:extLst>
              <a:ext uri="{FF2B5EF4-FFF2-40B4-BE49-F238E27FC236}">
                <a16:creationId xmlns:a16="http://schemas.microsoft.com/office/drawing/2014/main" id="{87180979-8AE9-3732-EEC3-27BA9106FA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43218" y="4734552"/>
            <a:ext cx="1027083" cy="1027083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AF43602-6B8C-F309-3524-8F5F37CAF9D0}"/>
              </a:ext>
            </a:extLst>
          </p:cNvPr>
          <p:cNvCxnSpPr>
            <a:cxnSpLocks/>
          </p:cNvCxnSpPr>
          <p:nvPr/>
        </p:nvCxnSpPr>
        <p:spPr>
          <a:xfrm flipV="1">
            <a:off x="1285163" y="1493932"/>
            <a:ext cx="758055" cy="493076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38FF70D-E898-0125-42BF-B6B712FEE5CC}"/>
              </a:ext>
            </a:extLst>
          </p:cNvPr>
          <p:cNvCxnSpPr>
            <a:cxnSpLocks/>
          </p:cNvCxnSpPr>
          <p:nvPr/>
        </p:nvCxnSpPr>
        <p:spPr>
          <a:xfrm>
            <a:off x="1280702" y="2487600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321D854-AA36-C97A-85BC-F499A1A62E3F}"/>
              </a:ext>
            </a:extLst>
          </p:cNvPr>
          <p:cNvCxnSpPr>
            <a:cxnSpLocks/>
          </p:cNvCxnSpPr>
          <p:nvPr/>
        </p:nvCxnSpPr>
        <p:spPr>
          <a:xfrm>
            <a:off x="1280702" y="2999724"/>
            <a:ext cx="815398" cy="514959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1A47BB9-A768-42FC-9BD3-76FF5F6B653F}"/>
              </a:ext>
            </a:extLst>
          </p:cNvPr>
          <p:cNvCxnSpPr>
            <a:cxnSpLocks/>
          </p:cNvCxnSpPr>
          <p:nvPr/>
        </p:nvCxnSpPr>
        <p:spPr>
          <a:xfrm>
            <a:off x="1314779" y="5249470"/>
            <a:ext cx="815398" cy="0"/>
          </a:xfrm>
          <a:prstGeom prst="line">
            <a:avLst/>
          </a:prstGeom>
          <a:ln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Graphic 53" descr="Database outline">
            <a:extLst>
              <a:ext uri="{FF2B5EF4-FFF2-40B4-BE49-F238E27FC236}">
                <a16:creationId xmlns:a16="http://schemas.microsoft.com/office/drawing/2014/main" id="{5B4A6DBB-406E-014C-0719-DF9F1032AD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3142640"/>
            <a:ext cx="1027083" cy="1027083"/>
          </a:xfrm>
          <a:prstGeom prst="rect">
            <a:avLst/>
          </a:prstGeom>
        </p:spPr>
      </p:pic>
      <p:pic>
        <p:nvPicPr>
          <p:cNvPr id="55" name="Graphic 54" descr="Database outline">
            <a:extLst>
              <a:ext uri="{FF2B5EF4-FFF2-40B4-BE49-F238E27FC236}">
                <a16:creationId xmlns:a16="http://schemas.microsoft.com/office/drawing/2014/main" id="{AE0D120C-A9AB-7FAD-3F13-A6A9329B60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1972641"/>
            <a:ext cx="1027083" cy="1027083"/>
          </a:xfrm>
          <a:prstGeom prst="rect">
            <a:avLst/>
          </a:prstGeom>
        </p:spPr>
      </p:pic>
      <p:pic>
        <p:nvPicPr>
          <p:cNvPr id="56" name="Graphic 55" descr="Database outline">
            <a:extLst>
              <a:ext uri="{FF2B5EF4-FFF2-40B4-BE49-F238E27FC236}">
                <a16:creationId xmlns:a16="http://schemas.microsoft.com/office/drawing/2014/main" id="{E5E0F04B-A6D3-C9F9-8A43-785DC1C054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802642"/>
            <a:ext cx="1027083" cy="102708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78F3F59-F269-36C2-0FB2-36D7E5D1E079}"/>
              </a:ext>
            </a:extLst>
          </p:cNvPr>
          <p:cNvSpPr txBox="1"/>
          <p:nvPr/>
        </p:nvSpPr>
        <p:spPr>
          <a:xfrm rot="5400000">
            <a:off x="3040598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2B38E85-C442-707E-CCD6-5550CCEB16F0}"/>
              </a:ext>
            </a:extLst>
          </p:cNvPr>
          <p:cNvSpPr txBox="1"/>
          <p:nvPr/>
        </p:nvSpPr>
        <p:spPr>
          <a:xfrm rot="5400000">
            <a:off x="3040598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59" name="Graphic 58" descr="Database outline">
            <a:extLst>
              <a:ext uri="{FF2B5EF4-FFF2-40B4-BE49-F238E27FC236}">
                <a16:creationId xmlns:a16="http://schemas.microsoft.com/office/drawing/2014/main" id="{9A7E6566-D7BC-D32F-E61B-3A973FAA6E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3142640"/>
            <a:ext cx="1027083" cy="1027083"/>
          </a:xfrm>
          <a:prstGeom prst="rect">
            <a:avLst/>
          </a:prstGeom>
        </p:spPr>
      </p:pic>
      <p:pic>
        <p:nvPicPr>
          <p:cNvPr id="60" name="Graphic 59" descr="Database outline">
            <a:extLst>
              <a:ext uri="{FF2B5EF4-FFF2-40B4-BE49-F238E27FC236}">
                <a16:creationId xmlns:a16="http://schemas.microsoft.com/office/drawing/2014/main" id="{ADDE782C-4548-61DA-7A94-2C38165826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1972641"/>
            <a:ext cx="1027083" cy="1027083"/>
          </a:xfrm>
          <a:prstGeom prst="rect">
            <a:avLst/>
          </a:prstGeom>
        </p:spPr>
      </p:pic>
      <p:pic>
        <p:nvPicPr>
          <p:cNvPr id="61" name="Graphic 60" descr="Database outline">
            <a:extLst>
              <a:ext uri="{FF2B5EF4-FFF2-40B4-BE49-F238E27FC236}">
                <a16:creationId xmlns:a16="http://schemas.microsoft.com/office/drawing/2014/main" id="{F4C86097-197B-112C-3EF3-5AC4BB757B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802642"/>
            <a:ext cx="1027083" cy="102708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58B9CC6-A70E-A3AA-E831-6CC8960E8EAA}"/>
              </a:ext>
            </a:extLst>
          </p:cNvPr>
          <p:cNvSpPr txBox="1"/>
          <p:nvPr/>
        </p:nvSpPr>
        <p:spPr>
          <a:xfrm rot="5400000">
            <a:off x="3760014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7D4C18A-B5E4-ABAB-7ED4-A5FECD1E1790}"/>
              </a:ext>
            </a:extLst>
          </p:cNvPr>
          <p:cNvSpPr txBox="1"/>
          <p:nvPr/>
        </p:nvSpPr>
        <p:spPr>
          <a:xfrm rot="5400000">
            <a:off x="3760014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99D5924-4DC9-2590-56BD-359C6E3DC748}"/>
              </a:ext>
            </a:extLst>
          </p:cNvPr>
          <p:cNvSpPr/>
          <p:nvPr/>
        </p:nvSpPr>
        <p:spPr>
          <a:xfrm>
            <a:off x="2150134" y="850845"/>
            <a:ext cx="2239055" cy="328774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56D58B-FF6D-781B-2AAB-058ABD7066A0}"/>
              </a:ext>
            </a:extLst>
          </p:cNvPr>
          <p:cNvSpPr/>
          <p:nvPr/>
        </p:nvSpPr>
        <p:spPr>
          <a:xfrm>
            <a:off x="2161491" y="4679400"/>
            <a:ext cx="2239055" cy="113220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phic 2" descr="Database outline">
            <a:extLst>
              <a:ext uri="{FF2B5EF4-FFF2-40B4-BE49-F238E27FC236}">
                <a16:creationId xmlns:a16="http://schemas.microsoft.com/office/drawing/2014/main" id="{2184AD26-A1AA-E2C7-F328-2D1AD8376F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6335" y="4733134"/>
            <a:ext cx="1027083" cy="1027083"/>
          </a:xfrm>
          <a:prstGeom prst="rect">
            <a:avLst/>
          </a:prstGeom>
        </p:spPr>
      </p:pic>
      <p:pic>
        <p:nvPicPr>
          <p:cNvPr id="4" name="Graphic 3" descr="Database outline">
            <a:extLst>
              <a:ext uri="{FF2B5EF4-FFF2-40B4-BE49-F238E27FC236}">
                <a16:creationId xmlns:a16="http://schemas.microsoft.com/office/drawing/2014/main" id="{C639CB1C-8512-00CD-8EDA-B2C35972CD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1736" y="4738646"/>
            <a:ext cx="1027083" cy="1027083"/>
          </a:xfrm>
          <a:prstGeom prst="rect">
            <a:avLst/>
          </a:prstGeom>
        </p:spPr>
      </p:pic>
      <p:grpSp>
        <p:nvGrpSpPr>
          <p:cNvPr id="121" name="Group 120">
            <a:extLst>
              <a:ext uri="{FF2B5EF4-FFF2-40B4-BE49-F238E27FC236}">
                <a16:creationId xmlns:a16="http://schemas.microsoft.com/office/drawing/2014/main" id="{F81FFE26-4832-8065-C745-1E1E66920D76}"/>
              </a:ext>
            </a:extLst>
          </p:cNvPr>
          <p:cNvGrpSpPr/>
          <p:nvPr/>
        </p:nvGrpSpPr>
        <p:grpSpPr>
          <a:xfrm>
            <a:off x="5478003" y="850840"/>
            <a:ext cx="2869285" cy="3287745"/>
            <a:chOff x="5830784" y="1007352"/>
            <a:chExt cx="2689955" cy="3082261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CCEE413-0963-6143-47F4-1BA2559071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9B08C77-AE97-86D5-6EA3-7588A95863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114DFDD-272A-B19A-812C-455750960C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065DFEE-F87E-8701-3EBC-2D8EF11D7C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233A300-20BA-9C02-016D-C178D920A627}"/>
                </a:ext>
              </a:extLst>
            </p:cNvPr>
            <p:cNvSpPr txBox="1"/>
            <p:nvPr/>
          </p:nvSpPr>
          <p:spPr>
            <a:xfrm rot="5400000">
              <a:off x="5938345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4C39CC0-31F1-DF78-C939-4E57FA30A0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C10322D-6E9C-88F7-099F-93783418E5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6D78BA4-9E3D-933C-E478-E9B04F92A3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EC37607-B10A-7A60-0568-C5AF19E28E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D8089B3-96CF-9FC1-E434-4E71EF58EAE7}"/>
                </a:ext>
              </a:extLst>
            </p:cNvPr>
            <p:cNvSpPr txBox="1"/>
            <p:nvPr/>
          </p:nvSpPr>
          <p:spPr>
            <a:xfrm rot="5400000">
              <a:off x="6709683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313B050-5FB9-5CA4-9A39-FEFDD5B0CEA9}"/>
                </a:ext>
              </a:extLst>
            </p:cNvPr>
            <p:cNvCxnSpPr>
              <a:stCxn id="6" idx="6"/>
              <a:endCxn id="12" idx="2"/>
            </p:cNvCxnSpPr>
            <p:nvPr/>
          </p:nvCxnSpPr>
          <p:spPr>
            <a:xfrm>
              <a:off x="6230277" y="225016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AD250AA-2C52-8558-1ED2-659F37DC8676}"/>
                </a:ext>
              </a:extLst>
            </p:cNvPr>
            <p:cNvCxnSpPr>
              <a:cxnSpLocks/>
              <a:stCxn id="6" idx="6"/>
              <a:endCxn id="16" idx="2"/>
            </p:cNvCxnSpPr>
            <p:nvPr/>
          </p:nvCxnSpPr>
          <p:spPr>
            <a:xfrm>
              <a:off x="6230277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C3A8A8A-1181-8E04-2C72-F1F6119FE6FD}"/>
                </a:ext>
              </a:extLst>
            </p:cNvPr>
            <p:cNvCxnSpPr>
              <a:cxnSpLocks/>
              <a:stCxn id="6" idx="6"/>
              <a:endCxn id="17" idx="1"/>
            </p:cNvCxnSpPr>
            <p:nvPr/>
          </p:nvCxnSpPr>
          <p:spPr>
            <a:xfrm>
              <a:off x="6230277" y="2250165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D9A71C2-BB9A-A1AE-705E-2458B9B16C01}"/>
                </a:ext>
              </a:extLst>
            </p:cNvPr>
            <p:cNvCxnSpPr>
              <a:cxnSpLocks/>
              <a:stCxn id="6" idx="6"/>
              <a:endCxn id="18" idx="1"/>
            </p:cNvCxnSpPr>
            <p:nvPr/>
          </p:nvCxnSpPr>
          <p:spPr>
            <a:xfrm>
              <a:off x="6230277" y="2250165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DEA69AEE-A5C1-1050-174D-0B349C9B81CB}"/>
                </a:ext>
              </a:extLst>
            </p:cNvPr>
            <p:cNvCxnSpPr>
              <a:cxnSpLocks/>
              <a:stCxn id="7" idx="6"/>
              <a:endCxn id="12" idx="2"/>
            </p:cNvCxnSpPr>
            <p:nvPr/>
          </p:nvCxnSpPr>
          <p:spPr>
            <a:xfrm flipV="1">
              <a:off x="6230277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EB5EDDB-FDB7-94D4-5A0C-18B61621872E}"/>
                </a:ext>
              </a:extLst>
            </p:cNvPr>
            <p:cNvCxnSpPr>
              <a:cxnSpLocks/>
              <a:stCxn id="7" idx="6"/>
              <a:endCxn id="16" idx="2"/>
            </p:cNvCxnSpPr>
            <p:nvPr/>
          </p:nvCxnSpPr>
          <p:spPr>
            <a:xfrm>
              <a:off x="6230277" y="2649506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FF1D01F4-3764-7051-7662-0F6E31F9A7B5}"/>
                </a:ext>
              </a:extLst>
            </p:cNvPr>
            <p:cNvCxnSpPr>
              <a:cxnSpLocks/>
              <a:stCxn id="7" idx="6"/>
              <a:endCxn id="17" idx="2"/>
            </p:cNvCxnSpPr>
            <p:nvPr/>
          </p:nvCxnSpPr>
          <p:spPr>
            <a:xfrm>
              <a:off x="6230277" y="2649506"/>
              <a:ext cx="497018" cy="78266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21D45D73-CE04-64C7-056A-ECF0A9B9589A}"/>
                </a:ext>
              </a:extLst>
            </p:cNvPr>
            <p:cNvCxnSpPr>
              <a:cxnSpLocks/>
              <a:stCxn id="7" idx="6"/>
              <a:endCxn id="18" idx="1"/>
            </p:cNvCxnSpPr>
            <p:nvPr/>
          </p:nvCxnSpPr>
          <p:spPr>
            <a:xfrm>
              <a:off x="6230277" y="2649506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6B1C0A49-E3A4-47D5-969B-726A16F84EDA}"/>
                </a:ext>
              </a:extLst>
            </p:cNvPr>
            <p:cNvCxnSpPr>
              <a:cxnSpLocks/>
              <a:stCxn id="8" idx="6"/>
              <a:endCxn id="12" idx="3"/>
            </p:cNvCxnSpPr>
            <p:nvPr/>
          </p:nvCxnSpPr>
          <p:spPr>
            <a:xfrm flipV="1">
              <a:off x="6230277" y="2347152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7EEF4E5B-4128-A443-3FD2-5642B36B789D}"/>
                </a:ext>
              </a:extLst>
            </p:cNvPr>
            <p:cNvCxnSpPr>
              <a:cxnSpLocks/>
              <a:stCxn id="8" idx="6"/>
              <a:endCxn id="16" idx="3"/>
            </p:cNvCxnSpPr>
            <p:nvPr/>
          </p:nvCxnSpPr>
          <p:spPr>
            <a:xfrm flipV="1">
              <a:off x="6230277" y="2746493"/>
              <a:ext cx="537191" cy="68568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B988B312-4A6B-808E-41C6-B55953F62DFF}"/>
                </a:ext>
              </a:extLst>
            </p:cNvPr>
            <p:cNvCxnSpPr>
              <a:cxnSpLocks/>
              <a:stCxn id="8" idx="6"/>
              <a:endCxn id="17" idx="2"/>
            </p:cNvCxnSpPr>
            <p:nvPr/>
          </p:nvCxnSpPr>
          <p:spPr>
            <a:xfrm>
              <a:off x="6230277" y="343217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70951D3F-7118-F226-BC19-E0505CD54CBA}"/>
                </a:ext>
              </a:extLst>
            </p:cNvPr>
            <p:cNvCxnSpPr>
              <a:cxnSpLocks/>
              <a:stCxn id="8" idx="6"/>
              <a:endCxn id="18" idx="2"/>
            </p:cNvCxnSpPr>
            <p:nvPr/>
          </p:nvCxnSpPr>
          <p:spPr>
            <a:xfrm>
              <a:off x="6230277" y="3432175"/>
              <a:ext cx="497018" cy="40412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53A73AD7-493A-8B6A-C1EF-B5A5F6D3FA99}"/>
                </a:ext>
              </a:extLst>
            </p:cNvPr>
            <p:cNvCxnSpPr>
              <a:cxnSpLocks/>
              <a:stCxn id="9" idx="6"/>
              <a:endCxn id="18" idx="2"/>
            </p:cNvCxnSpPr>
            <p:nvPr/>
          </p:nvCxnSpPr>
          <p:spPr>
            <a:xfrm>
              <a:off x="6230277" y="3836297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9345DDAF-F6A6-24D4-BC5C-1D506B03142A}"/>
                </a:ext>
              </a:extLst>
            </p:cNvPr>
            <p:cNvCxnSpPr>
              <a:cxnSpLocks/>
              <a:stCxn id="9" idx="6"/>
              <a:endCxn id="17" idx="3"/>
            </p:cNvCxnSpPr>
            <p:nvPr/>
          </p:nvCxnSpPr>
          <p:spPr>
            <a:xfrm flipV="1">
              <a:off x="6230277" y="3529162"/>
              <a:ext cx="537191" cy="30713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D0C4F648-055C-6EC0-A71A-546C3D00B1DB}"/>
                </a:ext>
              </a:extLst>
            </p:cNvPr>
            <p:cNvCxnSpPr>
              <a:cxnSpLocks/>
              <a:stCxn id="9" idx="6"/>
              <a:endCxn id="16" idx="3"/>
            </p:cNvCxnSpPr>
            <p:nvPr/>
          </p:nvCxnSpPr>
          <p:spPr>
            <a:xfrm flipV="1">
              <a:off x="6230277" y="2746493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79D470F3-1613-5B7F-8605-1C8139C0EF58}"/>
                </a:ext>
              </a:extLst>
            </p:cNvPr>
            <p:cNvCxnSpPr>
              <a:cxnSpLocks/>
              <a:stCxn id="9" idx="6"/>
              <a:endCxn id="12" idx="3"/>
            </p:cNvCxnSpPr>
            <p:nvPr/>
          </p:nvCxnSpPr>
          <p:spPr>
            <a:xfrm flipV="1">
              <a:off x="6230277" y="2347152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0B076962-E38F-79C0-221A-9CCD324EA3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F94473AA-547E-0F29-13A2-19EE465D3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E35F0DFE-0A52-9655-A380-B5A6271902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85CF2EBA-82EC-FE50-EA2F-D619B5DB33A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89B7A87-4B64-FC62-0AB3-A48486E10BAC}"/>
                </a:ext>
              </a:extLst>
            </p:cNvPr>
            <p:cNvSpPr txBox="1"/>
            <p:nvPr/>
          </p:nvSpPr>
          <p:spPr>
            <a:xfrm rot="5400000">
              <a:off x="7362457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C6AA807E-190A-BA5D-5B31-4403974ACF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6F97B932-95EB-3A49-EC24-79F4F45712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0CBB3826-426F-8A9D-6E1B-981A227444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6EA02A9D-B7B2-851B-41DC-3082436C44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48D689D7-45C6-0FAA-E5D2-50B2C7651400}"/>
                </a:ext>
              </a:extLst>
            </p:cNvPr>
            <p:cNvSpPr txBox="1"/>
            <p:nvPr/>
          </p:nvSpPr>
          <p:spPr>
            <a:xfrm rot="5400000">
              <a:off x="8133795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3A1F9B0E-21D2-43C0-AC10-056874FB8FF2}"/>
                </a:ext>
              </a:extLst>
            </p:cNvPr>
            <p:cNvCxnSpPr>
              <a:stCxn id="90" idx="6"/>
              <a:endCxn id="95" idx="2"/>
            </p:cNvCxnSpPr>
            <p:nvPr/>
          </p:nvCxnSpPr>
          <p:spPr>
            <a:xfrm>
              <a:off x="7654389" y="225016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CB991C9B-C1C7-C436-E883-548561A01059}"/>
                </a:ext>
              </a:extLst>
            </p:cNvPr>
            <p:cNvCxnSpPr>
              <a:cxnSpLocks/>
              <a:stCxn id="90" idx="6"/>
              <a:endCxn id="96" idx="2"/>
            </p:cNvCxnSpPr>
            <p:nvPr/>
          </p:nvCxnSpPr>
          <p:spPr>
            <a:xfrm>
              <a:off x="7654389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3CC59D6F-5521-B2F0-ACF1-B7444562B517}"/>
                </a:ext>
              </a:extLst>
            </p:cNvPr>
            <p:cNvCxnSpPr>
              <a:cxnSpLocks/>
              <a:stCxn id="90" idx="6"/>
              <a:endCxn id="97" idx="1"/>
            </p:cNvCxnSpPr>
            <p:nvPr/>
          </p:nvCxnSpPr>
          <p:spPr>
            <a:xfrm>
              <a:off x="7654389" y="2250165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053B7AF3-F05A-228D-BB55-9728AFF3E96A}"/>
                </a:ext>
              </a:extLst>
            </p:cNvPr>
            <p:cNvCxnSpPr>
              <a:cxnSpLocks/>
              <a:stCxn id="90" idx="6"/>
              <a:endCxn id="98" idx="1"/>
            </p:cNvCxnSpPr>
            <p:nvPr/>
          </p:nvCxnSpPr>
          <p:spPr>
            <a:xfrm>
              <a:off x="7654389" y="2250165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5EEA2093-BD86-07D3-7850-DF779FFE2160}"/>
                </a:ext>
              </a:extLst>
            </p:cNvPr>
            <p:cNvCxnSpPr>
              <a:cxnSpLocks/>
              <a:stCxn id="91" idx="6"/>
              <a:endCxn id="95" idx="2"/>
            </p:cNvCxnSpPr>
            <p:nvPr/>
          </p:nvCxnSpPr>
          <p:spPr>
            <a:xfrm flipV="1">
              <a:off x="7654389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D4A8A2A3-204C-1C63-6DDC-E8DA841BD18B}"/>
                </a:ext>
              </a:extLst>
            </p:cNvPr>
            <p:cNvCxnSpPr>
              <a:cxnSpLocks/>
              <a:stCxn id="91" idx="6"/>
              <a:endCxn id="96" idx="2"/>
            </p:cNvCxnSpPr>
            <p:nvPr/>
          </p:nvCxnSpPr>
          <p:spPr>
            <a:xfrm>
              <a:off x="7654389" y="2649506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7BC2FFCF-79B4-90E5-09FA-A306803AAA84}"/>
                </a:ext>
              </a:extLst>
            </p:cNvPr>
            <p:cNvCxnSpPr>
              <a:cxnSpLocks/>
              <a:stCxn id="91" idx="6"/>
              <a:endCxn id="97" idx="2"/>
            </p:cNvCxnSpPr>
            <p:nvPr/>
          </p:nvCxnSpPr>
          <p:spPr>
            <a:xfrm>
              <a:off x="7654389" y="2649506"/>
              <a:ext cx="497018" cy="78266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29777AA1-DFA3-0B6D-AE18-9817C3A24139}"/>
                </a:ext>
              </a:extLst>
            </p:cNvPr>
            <p:cNvCxnSpPr>
              <a:cxnSpLocks/>
              <a:stCxn id="91" idx="6"/>
              <a:endCxn id="98" idx="1"/>
            </p:cNvCxnSpPr>
            <p:nvPr/>
          </p:nvCxnSpPr>
          <p:spPr>
            <a:xfrm>
              <a:off x="7654389" y="2649506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6F29C052-5B55-7C18-4B8C-3918EB763C2D}"/>
                </a:ext>
              </a:extLst>
            </p:cNvPr>
            <p:cNvCxnSpPr>
              <a:cxnSpLocks/>
              <a:stCxn id="92" idx="6"/>
              <a:endCxn id="95" idx="3"/>
            </p:cNvCxnSpPr>
            <p:nvPr/>
          </p:nvCxnSpPr>
          <p:spPr>
            <a:xfrm flipV="1">
              <a:off x="7654389" y="2347152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D485F2C7-0893-DEA9-425E-317369F6E003}"/>
                </a:ext>
              </a:extLst>
            </p:cNvPr>
            <p:cNvCxnSpPr>
              <a:cxnSpLocks/>
              <a:stCxn id="92" idx="6"/>
              <a:endCxn id="96" idx="3"/>
            </p:cNvCxnSpPr>
            <p:nvPr/>
          </p:nvCxnSpPr>
          <p:spPr>
            <a:xfrm flipV="1">
              <a:off x="7654389" y="2746493"/>
              <a:ext cx="537191" cy="68568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FB897020-4AD7-E11E-6E80-BD5F645EF90D}"/>
                </a:ext>
              </a:extLst>
            </p:cNvPr>
            <p:cNvCxnSpPr>
              <a:cxnSpLocks/>
              <a:stCxn id="92" idx="6"/>
              <a:endCxn id="97" idx="2"/>
            </p:cNvCxnSpPr>
            <p:nvPr/>
          </p:nvCxnSpPr>
          <p:spPr>
            <a:xfrm>
              <a:off x="7654389" y="343217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45F53C4D-F784-6438-7A2E-ADBDF9DDE989}"/>
                </a:ext>
              </a:extLst>
            </p:cNvPr>
            <p:cNvCxnSpPr>
              <a:cxnSpLocks/>
              <a:stCxn id="92" idx="6"/>
              <a:endCxn id="98" idx="2"/>
            </p:cNvCxnSpPr>
            <p:nvPr/>
          </p:nvCxnSpPr>
          <p:spPr>
            <a:xfrm>
              <a:off x="7654389" y="3432175"/>
              <a:ext cx="497018" cy="40412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8F044C97-352F-4858-5DCC-C1C8B3B2AD97}"/>
                </a:ext>
              </a:extLst>
            </p:cNvPr>
            <p:cNvCxnSpPr>
              <a:cxnSpLocks/>
              <a:stCxn id="93" idx="6"/>
              <a:endCxn id="98" idx="2"/>
            </p:cNvCxnSpPr>
            <p:nvPr/>
          </p:nvCxnSpPr>
          <p:spPr>
            <a:xfrm>
              <a:off x="7654389" y="3836297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9890791C-F571-6019-2DBB-2B611BFDB956}"/>
                </a:ext>
              </a:extLst>
            </p:cNvPr>
            <p:cNvCxnSpPr>
              <a:cxnSpLocks/>
              <a:stCxn id="93" idx="6"/>
              <a:endCxn id="97" idx="3"/>
            </p:cNvCxnSpPr>
            <p:nvPr/>
          </p:nvCxnSpPr>
          <p:spPr>
            <a:xfrm flipV="1">
              <a:off x="7654389" y="3529162"/>
              <a:ext cx="537191" cy="30713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19842E20-069B-0E98-90FE-FD5F50EF8410}"/>
                </a:ext>
              </a:extLst>
            </p:cNvPr>
            <p:cNvCxnSpPr>
              <a:cxnSpLocks/>
              <a:stCxn id="93" idx="6"/>
              <a:endCxn id="96" idx="3"/>
            </p:cNvCxnSpPr>
            <p:nvPr/>
          </p:nvCxnSpPr>
          <p:spPr>
            <a:xfrm flipV="1">
              <a:off x="7654389" y="2746493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414FC752-7CB1-6A93-2892-0E723B6CEED1}"/>
                </a:ext>
              </a:extLst>
            </p:cNvPr>
            <p:cNvCxnSpPr>
              <a:cxnSpLocks/>
              <a:stCxn id="93" idx="6"/>
              <a:endCxn id="95" idx="3"/>
            </p:cNvCxnSpPr>
            <p:nvPr/>
          </p:nvCxnSpPr>
          <p:spPr>
            <a:xfrm flipV="1">
              <a:off x="7654389" y="2347152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35B74253-5FE5-900E-BFD5-761D01ECE872}"/>
                </a:ext>
              </a:extLst>
            </p:cNvPr>
            <p:cNvSpPr txBox="1"/>
            <p:nvPr/>
          </p:nvSpPr>
          <p:spPr>
            <a:xfrm>
              <a:off x="6974050" y="2016096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1EEEB2A5-B5D2-472C-CBC2-8699638062FB}"/>
                </a:ext>
              </a:extLst>
            </p:cNvPr>
            <p:cNvSpPr txBox="1"/>
            <p:nvPr/>
          </p:nvSpPr>
          <p:spPr>
            <a:xfrm>
              <a:off x="6990255" y="2418140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B3D2188F-E7C8-9F85-FDCC-49D97E7F129E}"/>
                </a:ext>
              </a:extLst>
            </p:cNvPr>
            <p:cNvSpPr txBox="1"/>
            <p:nvPr/>
          </p:nvSpPr>
          <p:spPr>
            <a:xfrm>
              <a:off x="6990255" y="3197293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C135915-A76D-839F-6981-82F6E19FC6A1}"/>
                </a:ext>
              </a:extLst>
            </p:cNvPr>
            <p:cNvSpPr txBox="1"/>
            <p:nvPr/>
          </p:nvSpPr>
          <p:spPr>
            <a:xfrm>
              <a:off x="6996398" y="3607010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8DB64CEA-B6AC-5E53-03FD-BFF222733B80}"/>
                </a:ext>
              </a:extLst>
            </p:cNvPr>
            <p:cNvSpPr/>
            <p:nvPr/>
          </p:nvSpPr>
          <p:spPr>
            <a:xfrm>
              <a:off x="5830784" y="1007352"/>
              <a:ext cx="2689955" cy="308226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CD15C2D-0CE0-F630-E8E9-87E6C1789534}"/>
              </a:ext>
            </a:extLst>
          </p:cNvPr>
          <p:cNvCxnSpPr>
            <a:cxnSpLocks/>
          </p:cNvCxnSpPr>
          <p:nvPr/>
        </p:nvCxnSpPr>
        <p:spPr>
          <a:xfrm>
            <a:off x="4518819" y="2599491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B1B74F38-B14B-7DB4-7690-2E6FA129FFBE}"/>
              </a:ext>
            </a:extLst>
          </p:cNvPr>
          <p:cNvSpPr txBox="1"/>
          <p:nvPr/>
        </p:nvSpPr>
        <p:spPr>
          <a:xfrm>
            <a:off x="4398086" y="2136429"/>
            <a:ext cx="1061957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70B4AB4-A54C-039D-2C9F-DA2FE8DE27E4}"/>
              </a:ext>
            </a:extLst>
          </p:cNvPr>
          <p:cNvSpPr txBox="1"/>
          <p:nvPr/>
        </p:nvSpPr>
        <p:spPr>
          <a:xfrm>
            <a:off x="81152" y="1216526"/>
            <a:ext cx="1330814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Simulation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BC405F2-3BD3-366F-7BC7-292DCDB225A8}"/>
              </a:ext>
            </a:extLst>
          </p:cNvPr>
          <p:cNvSpPr txBox="1"/>
          <p:nvPr/>
        </p:nvSpPr>
        <p:spPr>
          <a:xfrm>
            <a:off x="279497" y="3985831"/>
            <a:ext cx="93647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Reality</a:t>
            </a:r>
          </a:p>
        </p:txBody>
      </p:sp>
      <p:pic>
        <p:nvPicPr>
          <p:cNvPr id="22" name="Graphic 21" descr="Baby outline">
            <a:extLst>
              <a:ext uri="{FF2B5EF4-FFF2-40B4-BE49-F238E27FC236}">
                <a16:creationId xmlns:a16="http://schemas.microsoft.com/office/drawing/2014/main" id="{08AB7D5D-333F-ADB4-813C-662EEC8CAD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3484" y="922836"/>
            <a:ext cx="975360" cy="97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104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FF87F-4252-CFF4-DEAB-26606C6A4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 descr="Database outline">
            <a:extLst>
              <a:ext uri="{FF2B5EF4-FFF2-40B4-BE49-F238E27FC236}">
                <a16:creationId xmlns:a16="http://schemas.microsoft.com/office/drawing/2014/main" id="{9857D09A-3B98-E07B-4C82-76E1CE40A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3144059"/>
            <a:ext cx="1027083" cy="1027083"/>
          </a:xfrm>
          <a:prstGeom prst="rect">
            <a:avLst/>
          </a:prstGeom>
        </p:spPr>
      </p:pic>
      <p:pic>
        <p:nvPicPr>
          <p:cNvPr id="13" name="Graphic 12" descr="Robot outline">
            <a:extLst>
              <a:ext uri="{FF2B5EF4-FFF2-40B4-BE49-F238E27FC236}">
                <a16:creationId xmlns:a16="http://schemas.microsoft.com/office/drawing/2014/main" id="{A3BC0D19-BAA3-69BF-D934-3F3C204E82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6808" y="1645831"/>
            <a:ext cx="1683540" cy="1683540"/>
          </a:xfrm>
          <a:prstGeom prst="rect">
            <a:avLst/>
          </a:prstGeom>
        </p:spPr>
      </p:pic>
      <p:pic>
        <p:nvPicPr>
          <p:cNvPr id="14" name="Graphic 13" descr="Database outline">
            <a:extLst>
              <a:ext uri="{FF2B5EF4-FFF2-40B4-BE49-F238E27FC236}">
                <a16:creationId xmlns:a16="http://schemas.microsoft.com/office/drawing/2014/main" id="{689D0ED2-5239-4DD8-79CF-DA6E30733F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1974060"/>
            <a:ext cx="1027083" cy="1027083"/>
          </a:xfrm>
          <a:prstGeom prst="rect">
            <a:avLst/>
          </a:prstGeom>
        </p:spPr>
      </p:pic>
      <p:pic>
        <p:nvPicPr>
          <p:cNvPr id="15" name="Graphic 14" descr="Database outline">
            <a:extLst>
              <a:ext uri="{FF2B5EF4-FFF2-40B4-BE49-F238E27FC236}">
                <a16:creationId xmlns:a16="http://schemas.microsoft.com/office/drawing/2014/main" id="{84B8DC9F-E319-8387-64A4-288DB6BDDD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804061"/>
            <a:ext cx="1027083" cy="102708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8C68BC4-4FD3-6092-BD78-AD6E08668DEE}"/>
              </a:ext>
            </a:extLst>
          </p:cNvPr>
          <p:cNvSpPr txBox="1"/>
          <p:nvPr/>
        </p:nvSpPr>
        <p:spPr>
          <a:xfrm rot="5400000">
            <a:off x="2327351" y="170870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015393-ADCA-5EE1-2AC5-92DCBD01445C}"/>
              </a:ext>
            </a:extLst>
          </p:cNvPr>
          <p:cNvSpPr txBox="1"/>
          <p:nvPr/>
        </p:nvSpPr>
        <p:spPr>
          <a:xfrm rot="5400000">
            <a:off x="2327351" y="2878701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35" name="Graphic 34" descr="Man outline">
            <a:extLst>
              <a:ext uri="{FF2B5EF4-FFF2-40B4-BE49-F238E27FC236}">
                <a16:creationId xmlns:a16="http://schemas.microsoft.com/office/drawing/2014/main" id="{6A406AA6-1759-66F2-7288-78D77C0D9E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1292" y="4379785"/>
            <a:ext cx="1683540" cy="1683540"/>
          </a:xfrm>
          <a:prstGeom prst="rect">
            <a:avLst/>
          </a:prstGeom>
        </p:spPr>
      </p:pic>
      <p:pic>
        <p:nvPicPr>
          <p:cNvPr id="36" name="Graphic 35" descr="Database outline">
            <a:extLst>
              <a:ext uri="{FF2B5EF4-FFF2-40B4-BE49-F238E27FC236}">
                <a16:creationId xmlns:a16="http://schemas.microsoft.com/office/drawing/2014/main" id="{1979266D-53E7-132A-15D9-D96E9CB95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43218" y="4734552"/>
            <a:ext cx="1027083" cy="1027083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9B77527-D177-C908-9410-F1DB0FDB5C93}"/>
              </a:ext>
            </a:extLst>
          </p:cNvPr>
          <p:cNvCxnSpPr>
            <a:cxnSpLocks/>
          </p:cNvCxnSpPr>
          <p:nvPr/>
        </p:nvCxnSpPr>
        <p:spPr>
          <a:xfrm flipV="1">
            <a:off x="1285163" y="1493932"/>
            <a:ext cx="758055" cy="493076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FFF581B-3863-B6FA-569E-381CF8284905}"/>
              </a:ext>
            </a:extLst>
          </p:cNvPr>
          <p:cNvCxnSpPr>
            <a:cxnSpLocks/>
          </p:cNvCxnSpPr>
          <p:nvPr/>
        </p:nvCxnSpPr>
        <p:spPr>
          <a:xfrm>
            <a:off x="1280702" y="2487600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318AD3A-55B8-2E26-2A12-5E90E37B9EE1}"/>
              </a:ext>
            </a:extLst>
          </p:cNvPr>
          <p:cNvCxnSpPr>
            <a:cxnSpLocks/>
          </p:cNvCxnSpPr>
          <p:nvPr/>
        </p:nvCxnSpPr>
        <p:spPr>
          <a:xfrm>
            <a:off x="1280702" y="2999724"/>
            <a:ext cx="815398" cy="514959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1277E6E-F14D-E888-6F81-FE048049F2CA}"/>
              </a:ext>
            </a:extLst>
          </p:cNvPr>
          <p:cNvCxnSpPr>
            <a:cxnSpLocks/>
          </p:cNvCxnSpPr>
          <p:nvPr/>
        </p:nvCxnSpPr>
        <p:spPr>
          <a:xfrm>
            <a:off x="1314779" y="5249470"/>
            <a:ext cx="815398" cy="0"/>
          </a:xfrm>
          <a:prstGeom prst="line">
            <a:avLst/>
          </a:prstGeom>
          <a:ln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Graphic 53" descr="Database outline">
            <a:extLst>
              <a:ext uri="{FF2B5EF4-FFF2-40B4-BE49-F238E27FC236}">
                <a16:creationId xmlns:a16="http://schemas.microsoft.com/office/drawing/2014/main" id="{ABB03931-5F8F-1C83-8074-1E417B5961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3142640"/>
            <a:ext cx="1027083" cy="1027083"/>
          </a:xfrm>
          <a:prstGeom prst="rect">
            <a:avLst/>
          </a:prstGeom>
        </p:spPr>
      </p:pic>
      <p:pic>
        <p:nvPicPr>
          <p:cNvPr id="55" name="Graphic 54" descr="Database outline">
            <a:extLst>
              <a:ext uri="{FF2B5EF4-FFF2-40B4-BE49-F238E27FC236}">
                <a16:creationId xmlns:a16="http://schemas.microsoft.com/office/drawing/2014/main" id="{338F7763-9498-396E-B06B-373990CEF4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1972641"/>
            <a:ext cx="1027083" cy="1027083"/>
          </a:xfrm>
          <a:prstGeom prst="rect">
            <a:avLst/>
          </a:prstGeom>
        </p:spPr>
      </p:pic>
      <p:pic>
        <p:nvPicPr>
          <p:cNvPr id="56" name="Graphic 55" descr="Database outline">
            <a:extLst>
              <a:ext uri="{FF2B5EF4-FFF2-40B4-BE49-F238E27FC236}">
                <a16:creationId xmlns:a16="http://schemas.microsoft.com/office/drawing/2014/main" id="{D5C2ED26-A472-3C18-886D-66714B62C9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802642"/>
            <a:ext cx="1027083" cy="102708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BD47A32A-8E16-43E2-97A8-BB6D28425802}"/>
              </a:ext>
            </a:extLst>
          </p:cNvPr>
          <p:cNvSpPr txBox="1"/>
          <p:nvPr/>
        </p:nvSpPr>
        <p:spPr>
          <a:xfrm rot="5400000">
            <a:off x="3040598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E347297-0677-755B-CD45-9C1F2D210E9D}"/>
              </a:ext>
            </a:extLst>
          </p:cNvPr>
          <p:cNvSpPr txBox="1"/>
          <p:nvPr/>
        </p:nvSpPr>
        <p:spPr>
          <a:xfrm rot="5400000">
            <a:off x="3040598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59" name="Graphic 58" descr="Database outline">
            <a:extLst>
              <a:ext uri="{FF2B5EF4-FFF2-40B4-BE49-F238E27FC236}">
                <a16:creationId xmlns:a16="http://schemas.microsoft.com/office/drawing/2014/main" id="{3F33F058-F192-1EAE-6E5B-2B3A3D6BD4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3142640"/>
            <a:ext cx="1027083" cy="1027083"/>
          </a:xfrm>
          <a:prstGeom prst="rect">
            <a:avLst/>
          </a:prstGeom>
        </p:spPr>
      </p:pic>
      <p:pic>
        <p:nvPicPr>
          <p:cNvPr id="60" name="Graphic 59" descr="Database outline">
            <a:extLst>
              <a:ext uri="{FF2B5EF4-FFF2-40B4-BE49-F238E27FC236}">
                <a16:creationId xmlns:a16="http://schemas.microsoft.com/office/drawing/2014/main" id="{02116312-BE45-BA16-E97B-2D503BA3B8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1972641"/>
            <a:ext cx="1027083" cy="1027083"/>
          </a:xfrm>
          <a:prstGeom prst="rect">
            <a:avLst/>
          </a:prstGeom>
        </p:spPr>
      </p:pic>
      <p:pic>
        <p:nvPicPr>
          <p:cNvPr id="61" name="Graphic 60" descr="Database outline">
            <a:extLst>
              <a:ext uri="{FF2B5EF4-FFF2-40B4-BE49-F238E27FC236}">
                <a16:creationId xmlns:a16="http://schemas.microsoft.com/office/drawing/2014/main" id="{B50BADA8-A89F-C5CA-AED4-9191473D9F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802642"/>
            <a:ext cx="1027083" cy="102708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0AC25FBA-FCD4-FD2E-4A62-49152D8A2AB5}"/>
              </a:ext>
            </a:extLst>
          </p:cNvPr>
          <p:cNvSpPr txBox="1"/>
          <p:nvPr/>
        </p:nvSpPr>
        <p:spPr>
          <a:xfrm rot="5400000">
            <a:off x="3760014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2BA56F5-B7F8-A65F-04F8-6E9575C2CF95}"/>
              </a:ext>
            </a:extLst>
          </p:cNvPr>
          <p:cNvSpPr txBox="1"/>
          <p:nvPr/>
        </p:nvSpPr>
        <p:spPr>
          <a:xfrm rot="5400000">
            <a:off x="3760014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581BE55-F32A-7F13-BD05-68A99D74E770}"/>
              </a:ext>
            </a:extLst>
          </p:cNvPr>
          <p:cNvSpPr/>
          <p:nvPr/>
        </p:nvSpPr>
        <p:spPr>
          <a:xfrm>
            <a:off x="2150134" y="850845"/>
            <a:ext cx="2239055" cy="328774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95F459-9B72-3B63-A8C0-C8C1B506FB5A}"/>
              </a:ext>
            </a:extLst>
          </p:cNvPr>
          <p:cNvSpPr/>
          <p:nvPr/>
        </p:nvSpPr>
        <p:spPr>
          <a:xfrm>
            <a:off x="2161491" y="4679400"/>
            <a:ext cx="2239055" cy="113220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phic 2" descr="Database outline">
            <a:extLst>
              <a:ext uri="{FF2B5EF4-FFF2-40B4-BE49-F238E27FC236}">
                <a16:creationId xmlns:a16="http://schemas.microsoft.com/office/drawing/2014/main" id="{E21BC3C3-CD2B-81E6-AE57-6BB68717AC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6335" y="4733134"/>
            <a:ext cx="1027083" cy="1027083"/>
          </a:xfrm>
          <a:prstGeom prst="rect">
            <a:avLst/>
          </a:prstGeom>
        </p:spPr>
      </p:pic>
      <p:pic>
        <p:nvPicPr>
          <p:cNvPr id="4" name="Graphic 3" descr="Database outline">
            <a:extLst>
              <a:ext uri="{FF2B5EF4-FFF2-40B4-BE49-F238E27FC236}">
                <a16:creationId xmlns:a16="http://schemas.microsoft.com/office/drawing/2014/main" id="{9F33190D-5D71-DA6D-1007-21C735C614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1736" y="4738646"/>
            <a:ext cx="1027083" cy="1027083"/>
          </a:xfrm>
          <a:prstGeom prst="rect">
            <a:avLst/>
          </a:prstGeom>
        </p:spPr>
      </p:pic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D3E2700-F128-1C44-3528-F4DD363DC64C}"/>
              </a:ext>
            </a:extLst>
          </p:cNvPr>
          <p:cNvGrpSpPr/>
          <p:nvPr/>
        </p:nvGrpSpPr>
        <p:grpSpPr>
          <a:xfrm>
            <a:off x="5478003" y="850840"/>
            <a:ext cx="2869285" cy="3287745"/>
            <a:chOff x="5830784" y="1007352"/>
            <a:chExt cx="2689955" cy="3082261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4D1E370-8C70-1C87-A9E8-3D2AE220C2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7D1A241-951A-E093-98A7-F4525F6F16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7CB3663-2DFB-B56D-7D12-CEEDFCF75E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F905B74-6583-A3D7-3BE9-CE8234F0E2B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A8CC239-9D76-C84C-84C4-E2F653052C3A}"/>
                </a:ext>
              </a:extLst>
            </p:cNvPr>
            <p:cNvSpPr txBox="1"/>
            <p:nvPr/>
          </p:nvSpPr>
          <p:spPr>
            <a:xfrm rot="5400000">
              <a:off x="5938345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622700E-7DE2-F9DB-B5CB-D3603D321AB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BEBAD9F-4D39-17F7-BF67-0F47B090AA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78A56B9-9D6F-7136-E34C-FA2223B916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9A83E74-E69F-10F4-04E1-414723DBE4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003A5F7-C47D-CD33-C148-4BB3C22F3484}"/>
                </a:ext>
              </a:extLst>
            </p:cNvPr>
            <p:cNvSpPr txBox="1"/>
            <p:nvPr/>
          </p:nvSpPr>
          <p:spPr>
            <a:xfrm rot="5400000">
              <a:off x="6709683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51965CF-765B-81F8-FAFC-F60F63E5B3A7}"/>
                </a:ext>
              </a:extLst>
            </p:cNvPr>
            <p:cNvCxnSpPr>
              <a:stCxn id="6" idx="6"/>
              <a:endCxn id="12" idx="2"/>
            </p:cNvCxnSpPr>
            <p:nvPr/>
          </p:nvCxnSpPr>
          <p:spPr>
            <a:xfrm>
              <a:off x="6230277" y="225016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6D06857-3A32-50AB-99B3-DC59DE8D7347}"/>
                </a:ext>
              </a:extLst>
            </p:cNvPr>
            <p:cNvCxnSpPr>
              <a:cxnSpLocks/>
              <a:stCxn id="6" idx="6"/>
              <a:endCxn id="16" idx="2"/>
            </p:cNvCxnSpPr>
            <p:nvPr/>
          </p:nvCxnSpPr>
          <p:spPr>
            <a:xfrm>
              <a:off x="6230277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FC66EF5-3941-0D67-F4D2-BDD99F41010A}"/>
                </a:ext>
              </a:extLst>
            </p:cNvPr>
            <p:cNvCxnSpPr>
              <a:cxnSpLocks/>
              <a:stCxn id="6" idx="6"/>
              <a:endCxn id="17" idx="1"/>
            </p:cNvCxnSpPr>
            <p:nvPr/>
          </p:nvCxnSpPr>
          <p:spPr>
            <a:xfrm>
              <a:off x="6230277" y="2250165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D717D8A9-32A9-80D1-3D3A-7D6FC3262118}"/>
                </a:ext>
              </a:extLst>
            </p:cNvPr>
            <p:cNvCxnSpPr>
              <a:cxnSpLocks/>
              <a:stCxn id="6" idx="6"/>
              <a:endCxn id="18" idx="1"/>
            </p:cNvCxnSpPr>
            <p:nvPr/>
          </p:nvCxnSpPr>
          <p:spPr>
            <a:xfrm>
              <a:off x="6230277" y="2250165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8DD5F35-3A07-360D-FCA5-1A55E3895D43}"/>
                </a:ext>
              </a:extLst>
            </p:cNvPr>
            <p:cNvCxnSpPr>
              <a:cxnSpLocks/>
              <a:stCxn id="7" idx="6"/>
              <a:endCxn id="12" idx="2"/>
            </p:cNvCxnSpPr>
            <p:nvPr/>
          </p:nvCxnSpPr>
          <p:spPr>
            <a:xfrm flipV="1">
              <a:off x="6230277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9021C56E-FF18-F67C-8ABF-E71CAB541F0C}"/>
                </a:ext>
              </a:extLst>
            </p:cNvPr>
            <p:cNvCxnSpPr>
              <a:cxnSpLocks/>
              <a:stCxn id="7" idx="6"/>
              <a:endCxn id="16" idx="2"/>
            </p:cNvCxnSpPr>
            <p:nvPr/>
          </p:nvCxnSpPr>
          <p:spPr>
            <a:xfrm>
              <a:off x="6230277" y="2649506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DFD18F0-139C-8575-0864-FF2A1D242063}"/>
                </a:ext>
              </a:extLst>
            </p:cNvPr>
            <p:cNvCxnSpPr>
              <a:cxnSpLocks/>
              <a:stCxn id="7" idx="6"/>
              <a:endCxn id="17" idx="2"/>
            </p:cNvCxnSpPr>
            <p:nvPr/>
          </p:nvCxnSpPr>
          <p:spPr>
            <a:xfrm>
              <a:off x="6230277" y="2649506"/>
              <a:ext cx="497018" cy="78266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1B02F49D-1B1C-006C-5FD0-FA629487D15F}"/>
                </a:ext>
              </a:extLst>
            </p:cNvPr>
            <p:cNvCxnSpPr>
              <a:cxnSpLocks/>
              <a:stCxn id="7" idx="6"/>
              <a:endCxn id="18" idx="1"/>
            </p:cNvCxnSpPr>
            <p:nvPr/>
          </p:nvCxnSpPr>
          <p:spPr>
            <a:xfrm>
              <a:off x="6230277" y="2649506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D3882F51-66DA-E7ED-1472-2B0739451857}"/>
                </a:ext>
              </a:extLst>
            </p:cNvPr>
            <p:cNvCxnSpPr>
              <a:cxnSpLocks/>
              <a:stCxn id="8" idx="6"/>
              <a:endCxn id="12" idx="3"/>
            </p:cNvCxnSpPr>
            <p:nvPr/>
          </p:nvCxnSpPr>
          <p:spPr>
            <a:xfrm flipV="1">
              <a:off x="6230277" y="2347152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EF0A155C-DF78-E58C-9495-5A5A2834575E}"/>
                </a:ext>
              </a:extLst>
            </p:cNvPr>
            <p:cNvCxnSpPr>
              <a:cxnSpLocks/>
              <a:stCxn id="8" idx="6"/>
              <a:endCxn id="16" idx="3"/>
            </p:cNvCxnSpPr>
            <p:nvPr/>
          </p:nvCxnSpPr>
          <p:spPr>
            <a:xfrm flipV="1">
              <a:off x="6230277" y="2746493"/>
              <a:ext cx="537191" cy="68568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9514FE9F-440C-B4FC-AFB1-DB5996AB6AD3}"/>
                </a:ext>
              </a:extLst>
            </p:cNvPr>
            <p:cNvCxnSpPr>
              <a:cxnSpLocks/>
              <a:stCxn id="8" idx="6"/>
              <a:endCxn id="17" idx="2"/>
            </p:cNvCxnSpPr>
            <p:nvPr/>
          </p:nvCxnSpPr>
          <p:spPr>
            <a:xfrm>
              <a:off x="6230277" y="343217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5536E17C-E6B9-5673-9061-15CADC456BEB}"/>
                </a:ext>
              </a:extLst>
            </p:cNvPr>
            <p:cNvCxnSpPr>
              <a:cxnSpLocks/>
              <a:stCxn id="8" idx="6"/>
              <a:endCxn id="18" idx="2"/>
            </p:cNvCxnSpPr>
            <p:nvPr/>
          </p:nvCxnSpPr>
          <p:spPr>
            <a:xfrm>
              <a:off x="6230277" y="3432175"/>
              <a:ext cx="497018" cy="40412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075D6BC2-536D-EB55-7B7E-75712CC43B1D}"/>
                </a:ext>
              </a:extLst>
            </p:cNvPr>
            <p:cNvCxnSpPr>
              <a:cxnSpLocks/>
              <a:stCxn id="9" idx="6"/>
              <a:endCxn id="18" idx="2"/>
            </p:cNvCxnSpPr>
            <p:nvPr/>
          </p:nvCxnSpPr>
          <p:spPr>
            <a:xfrm>
              <a:off x="6230277" y="3836297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1ADF1A32-B374-54AA-3902-4095CC90815C}"/>
                </a:ext>
              </a:extLst>
            </p:cNvPr>
            <p:cNvCxnSpPr>
              <a:cxnSpLocks/>
              <a:stCxn id="9" idx="6"/>
              <a:endCxn id="17" idx="3"/>
            </p:cNvCxnSpPr>
            <p:nvPr/>
          </p:nvCxnSpPr>
          <p:spPr>
            <a:xfrm flipV="1">
              <a:off x="6230277" y="3529162"/>
              <a:ext cx="537191" cy="30713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02C349FB-64E2-587D-B3BB-A0DA35400195}"/>
                </a:ext>
              </a:extLst>
            </p:cNvPr>
            <p:cNvCxnSpPr>
              <a:cxnSpLocks/>
              <a:stCxn id="9" idx="6"/>
              <a:endCxn id="16" idx="3"/>
            </p:cNvCxnSpPr>
            <p:nvPr/>
          </p:nvCxnSpPr>
          <p:spPr>
            <a:xfrm flipV="1">
              <a:off x="6230277" y="2746493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09CF58D3-B594-6067-179A-FF22A0C62E2C}"/>
                </a:ext>
              </a:extLst>
            </p:cNvPr>
            <p:cNvCxnSpPr>
              <a:cxnSpLocks/>
              <a:stCxn id="9" idx="6"/>
              <a:endCxn id="12" idx="3"/>
            </p:cNvCxnSpPr>
            <p:nvPr/>
          </p:nvCxnSpPr>
          <p:spPr>
            <a:xfrm flipV="1">
              <a:off x="6230277" y="2347152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33CB1469-636D-5AAA-7EBD-A285ADD95E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95F6E478-5B2B-4979-37F4-06F4268D73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A9891295-403A-E57F-7866-A2F13BB2A5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84BA286D-7A8B-CABA-128C-008C3712A8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C76B48B-9DDE-659B-CF94-67C9E4EA5514}"/>
                </a:ext>
              </a:extLst>
            </p:cNvPr>
            <p:cNvSpPr txBox="1"/>
            <p:nvPr/>
          </p:nvSpPr>
          <p:spPr>
            <a:xfrm rot="5400000">
              <a:off x="7362457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7468B4E7-4378-D233-2790-FCBF2EC45B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68B9BD0C-F75B-77E5-86CD-EE8DB956F4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E97FFA2E-79A3-C1EF-A528-28E4D129F4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4BB0ED39-CA98-87B7-73EB-CD3238A24D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A2C4725F-68C7-D19D-90F0-CF1B17FA9637}"/>
                </a:ext>
              </a:extLst>
            </p:cNvPr>
            <p:cNvSpPr txBox="1"/>
            <p:nvPr/>
          </p:nvSpPr>
          <p:spPr>
            <a:xfrm rot="5400000">
              <a:off x="8133795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5D05C498-2A25-8E9B-8F6B-28E144A29E68}"/>
                </a:ext>
              </a:extLst>
            </p:cNvPr>
            <p:cNvCxnSpPr>
              <a:stCxn id="90" idx="6"/>
              <a:endCxn id="95" idx="2"/>
            </p:cNvCxnSpPr>
            <p:nvPr/>
          </p:nvCxnSpPr>
          <p:spPr>
            <a:xfrm>
              <a:off x="7654389" y="225016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A573F909-58C2-779D-82BD-8D6A3AA78E26}"/>
                </a:ext>
              </a:extLst>
            </p:cNvPr>
            <p:cNvCxnSpPr>
              <a:cxnSpLocks/>
              <a:stCxn id="90" idx="6"/>
              <a:endCxn id="96" idx="2"/>
            </p:cNvCxnSpPr>
            <p:nvPr/>
          </p:nvCxnSpPr>
          <p:spPr>
            <a:xfrm>
              <a:off x="7654389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5764A4AE-561A-0134-1D14-5FF4B4DAE856}"/>
                </a:ext>
              </a:extLst>
            </p:cNvPr>
            <p:cNvCxnSpPr>
              <a:cxnSpLocks/>
              <a:stCxn id="90" idx="6"/>
              <a:endCxn id="97" idx="1"/>
            </p:cNvCxnSpPr>
            <p:nvPr/>
          </p:nvCxnSpPr>
          <p:spPr>
            <a:xfrm>
              <a:off x="7654389" y="2250165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3BEED808-1FC2-0797-DE29-182BAF47FA93}"/>
                </a:ext>
              </a:extLst>
            </p:cNvPr>
            <p:cNvCxnSpPr>
              <a:cxnSpLocks/>
              <a:stCxn id="90" idx="6"/>
              <a:endCxn id="98" idx="1"/>
            </p:cNvCxnSpPr>
            <p:nvPr/>
          </p:nvCxnSpPr>
          <p:spPr>
            <a:xfrm>
              <a:off x="7654389" y="2250165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11140A21-8838-4598-6CB9-AFFEE030CA58}"/>
                </a:ext>
              </a:extLst>
            </p:cNvPr>
            <p:cNvCxnSpPr>
              <a:cxnSpLocks/>
              <a:stCxn id="91" idx="6"/>
              <a:endCxn id="95" idx="2"/>
            </p:cNvCxnSpPr>
            <p:nvPr/>
          </p:nvCxnSpPr>
          <p:spPr>
            <a:xfrm flipV="1">
              <a:off x="7654389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BABE0085-65B8-05B3-07D8-8228CF19420E}"/>
                </a:ext>
              </a:extLst>
            </p:cNvPr>
            <p:cNvCxnSpPr>
              <a:cxnSpLocks/>
              <a:stCxn id="91" idx="6"/>
              <a:endCxn id="96" idx="2"/>
            </p:cNvCxnSpPr>
            <p:nvPr/>
          </p:nvCxnSpPr>
          <p:spPr>
            <a:xfrm>
              <a:off x="7654389" y="2649506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F03CDE34-6089-8337-90B7-FCCD8912740A}"/>
                </a:ext>
              </a:extLst>
            </p:cNvPr>
            <p:cNvCxnSpPr>
              <a:cxnSpLocks/>
              <a:stCxn id="91" idx="6"/>
              <a:endCxn id="97" idx="2"/>
            </p:cNvCxnSpPr>
            <p:nvPr/>
          </p:nvCxnSpPr>
          <p:spPr>
            <a:xfrm>
              <a:off x="7654389" y="2649506"/>
              <a:ext cx="497018" cy="78266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CD45D28B-FF09-1AA0-4B86-A7691D8109BE}"/>
                </a:ext>
              </a:extLst>
            </p:cNvPr>
            <p:cNvCxnSpPr>
              <a:cxnSpLocks/>
              <a:stCxn id="91" idx="6"/>
              <a:endCxn id="98" idx="1"/>
            </p:cNvCxnSpPr>
            <p:nvPr/>
          </p:nvCxnSpPr>
          <p:spPr>
            <a:xfrm>
              <a:off x="7654389" y="2649506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F9FD85EC-B597-EB55-C36E-63FC58550619}"/>
                </a:ext>
              </a:extLst>
            </p:cNvPr>
            <p:cNvCxnSpPr>
              <a:cxnSpLocks/>
              <a:stCxn id="92" idx="6"/>
              <a:endCxn id="95" idx="3"/>
            </p:cNvCxnSpPr>
            <p:nvPr/>
          </p:nvCxnSpPr>
          <p:spPr>
            <a:xfrm flipV="1">
              <a:off x="7654389" y="2347152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59A661E0-59EC-D548-DB0E-815112AF9E11}"/>
                </a:ext>
              </a:extLst>
            </p:cNvPr>
            <p:cNvCxnSpPr>
              <a:cxnSpLocks/>
              <a:stCxn id="92" idx="6"/>
              <a:endCxn id="96" idx="3"/>
            </p:cNvCxnSpPr>
            <p:nvPr/>
          </p:nvCxnSpPr>
          <p:spPr>
            <a:xfrm flipV="1">
              <a:off x="7654389" y="2746493"/>
              <a:ext cx="537191" cy="68568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8F317385-E33D-FBB9-5E48-0F2209AA1896}"/>
                </a:ext>
              </a:extLst>
            </p:cNvPr>
            <p:cNvCxnSpPr>
              <a:cxnSpLocks/>
              <a:stCxn id="92" idx="6"/>
              <a:endCxn id="97" idx="2"/>
            </p:cNvCxnSpPr>
            <p:nvPr/>
          </p:nvCxnSpPr>
          <p:spPr>
            <a:xfrm>
              <a:off x="7654389" y="343217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D0DC4639-211F-F2A9-B108-47C1B7F1310D}"/>
                </a:ext>
              </a:extLst>
            </p:cNvPr>
            <p:cNvCxnSpPr>
              <a:cxnSpLocks/>
              <a:stCxn id="92" idx="6"/>
              <a:endCxn id="98" idx="2"/>
            </p:cNvCxnSpPr>
            <p:nvPr/>
          </p:nvCxnSpPr>
          <p:spPr>
            <a:xfrm>
              <a:off x="7654389" y="3432175"/>
              <a:ext cx="497018" cy="40412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053CB868-05BF-7A65-9D65-B43CA1B556A9}"/>
                </a:ext>
              </a:extLst>
            </p:cNvPr>
            <p:cNvCxnSpPr>
              <a:cxnSpLocks/>
              <a:stCxn id="93" idx="6"/>
              <a:endCxn id="98" idx="2"/>
            </p:cNvCxnSpPr>
            <p:nvPr/>
          </p:nvCxnSpPr>
          <p:spPr>
            <a:xfrm>
              <a:off x="7654389" y="3836297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71D711FD-0F82-EC12-BCFB-F565FF170BEF}"/>
                </a:ext>
              </a:extLst>
            </p:cNvPr>
            <p:cNvCxnSpPr>
              <a:cxnSpLocks/>
              <a:stCxn id="93" idx="6"/>
              <a:endCxn id="97" idx="3"/>
            </p:cNvCxnSpPr>
            <p:nvPr/>
          </p:nvCxnSpPr>
          <p:spPr>
            <a:xfrm flipV="1">
              <a:off x="7654389" y="3529162"/>
              <a:ext cx="537191" cy="30713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8A2995E4-08C4-E1E6-0F47-097BB80E71EC}"/>
                </a:ext>
              </a:extLst>
            </p:cNvPr>
            <p:cNvCxnSpPr>
              <a:cxnSpLocks/>
              <a:stCxn id="93" idx="6"/>
              <a:endCxn id="96" idx="3"/>
            </p:cNvCxnSpPr>
            <p:nvPr/>
          </p:nvCxnSpPr>
          <p:spPr>
            <a:xfrm flipV="1">
              <a:off x="7654389" y="2746493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7528F07F-AE18-D29D-F050-00454C0F716C}"/>
                </a:ext>
              </a:extLst>
            </p:cNvPr>
            <p:cNvCxnSpPr>
              <a:cxnSpLocks/>
              <a:stCxn id="93" idx="6"/>
              <a:endCxn id="95" idx="3"/>
            </p:cNvCxnSpPr>
            <p:nvPr/>
          </p:nvCxnSpPr>
          <p:spPr>
            <a:xfrm flipV="1">
              <a:off x="7654389" y="2347152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2757464D-2A53-AEC3-6291-E441BC12F992}"/>
                </a:ext>
              </a:extLst>
            </p:cNvPr>
            <p:cNvSpPr txBox="1"/>
            <p:nvPr/>
          </p:nvSpPr>
          <p:spPr>
            <a:xfrm>
              <a:off x="6974050" y="2016096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F90C40B4-6BF4-41DB-51C1-00B6340ED4A9}"/>
                </a:ext>
              </a:extLst>
            </p:cNvPr>
            <p:cNvSpPr txBox="1"/>
            <p:nvPr/>
          </p:nvSpPr>
          <p:spPr>
            <a:xfrm>
              <a:off x="6990255" y="2418140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83127717-3415-996C-37BA-CD9013D80401}"/>
                </a:ext>
              </a:extLst>
            </p:cNvPr>
            <p:cNvSpPr txBox="1"/>
            <p:nvPr/>
          </p:nvSpPr>
          <p:spPr>
            <a:xfrm>
              <a:off x="6990255" y="3197293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AC97CB39-55F8-8AC4-7707-E4254A71EA93}"/>
                </a:ext>
              </a:extLst>
            </p:cNvPr>
            <p:cNvSpPr txBox="1"/>
            <p:nvPr/>
          </p:nvSpPr>
          <p:spPr>
            <a:xfrm>
              <a:off x="6996398" y="3607010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1EAA3C24-6207-8D23-35E8-590EB2F46C16}"/>
                </a:ext>
              </a:extLst>
            </p:cNvPr>
            <p:cNvSpPr/>
            <p:nvPr/>
          </p:nvSpPr>
          <p:spPr>
            <a:xfrm>
              <a:off x="5830784" y="1007352"/>
              <a:ext cx="2689955" cy="308226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0FFEF457-0BD4-60B1-A677-0D14B0C53444}"/>
              </a:ext>
            </a:extLst>
          </p:cNvPr>
          <p:cNvCxnSpPr>
            <a:cxnSpLocks/>
          </p:cNvCxnSpPr>
          <p:nvPr/>
        </p:nvCxnSpPr>
        <p:spPr>
          <a:xfrm>
            <a:off x="4518819" y="2599491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C19C5D4C-5BF7-DC03-A4F1-AAFB4CC3F1A3}"/>
              </a:ext>
            </a:extLst>
          </p:cNvPr>
          <p:cNvSpPr txBox="1"/>
          <p:nvPr/>
        </p:nvSpPr>
        <p:spPr>
          <a:xfrm>
            <a:off x="4398086" y="2136429"/>
            <a:ext cx="1061957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</p:txBody>
      </p:sp>
      <p:cxnSp>
        <p:nvCxnSpPr>
          <p:cNvPr id="129" name="Elbow Connector 128">
            <a:extLst>
              <a:ext uri="{FF2B5EF4-FFF2-40B4-BE49-F238E27FC236}">
                <a16:creationId xmlns:a16="http://schemas.microsoft.com/office/drawing/2014/main" id="{FC5250D9-032A-8580-9F04-6C8DA08F6C3E}"/>
              </a:ext>
            </a:extLst>
          </p:cNvPr>
          <p:cNvCxnSpPr>
            <a:cxnSpLocks/>
            <a:endCxn id="120" idx="2"/>
          </p:cNvCxnSpPr>
          <p:nvPr/>
        </p:nvCxnSpPr>
        <p:spPr>
          <a:xfrm flipV="1">
            <a:off x="4518820" y="4138585"/>
            <a:ext cx="2393827" cy="1106918"/>
          </a:xfrm>
          <a:prstGeom prst="bentConnector2">
            <a:avLst/>
          </a:prstGeom>
          <a:ln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B80C0DD7-2AFE-ED43-77C5-B9CE5C58B6EB}"/>
              </a:ext>
            </a:extLst>
          </p:cNvPr>
          <p:cNvSpPr txBox="1"/>
          <p:nvPr/>
        </p:nvSpPr>
        <p:spPr>
          <a:xfrm>
            <a:off x="81152" y="1216526"/>
            <a:ext cx="1330814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Simulation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759FCBE0-8A7E-D0F2-C3EF-2B024C4BF087}"/>
              </a:ext>
            </a:extLst>
          </p:cNvPr>
          <p:cNvSpPr txBox="1"/>
          <p:nvPr/>
        </p:nvSpPr>
        <p:spPr>
          <a:xfrm>
            <a:off x="279497" y="3985831"/>
            <a:ext cx="93647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Reality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595429-79CA-C32B-8B09-AC404850B3E8}"/>
              </a:ext>
            </a:extLst>
          </p:cNvPr>
          <p:cNvSpPr/>
          <p:nvPr/>
        </p:nvSpPr>
        <p:spPr>
          <a:xfrm>
            <a:off x="5453061" y="4159061"/>
            <a:ext cx="1945546" cy="22354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3C2D8894-F208-DD53-5714-6477F318479A}"/>
              </a:ext>
            </a:extLst>
          </p:cNvPr>
          <p:cNvSpPr txBox="1"/>
          <p:nvPr/>
        </p:nvSpPr>
        <p:spPr>
          <a:xfrm>
            <a:off x="4637093" y="4851549"/>
            <a:ext cx="2135521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Additional training</a:t>
            </a:r>
          </a:p>
        </p:txBody>
      </p:sp>
      <p:pic>
        <p:nvPicPr>
          <p:cNvPr id="5" name="Graphic 4" descr="Baby outline">
            <a:extLst>
              <a:ext uri="{FF2B5EF4-FFF2-40B4-BE49-F238E27FC236}">
                <a16:creationId xmlns:a16="http://schemas.microsoft.com/office/drawing/2014/main" id="{46B7A551-AF30-3F5B-32F0-81EFC7F031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3484" y="922836"/>
            <a:ext cx="975360" cy="97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062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A5B55-049A-D360-2C80-1B97690A9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 descr="Database outline">
            <a:extLst>
              <a:ext uri="{FF2B5EF4-FFF2-40B4-BE49-F238E27FC236}">
                <a16:creationId xmlns:a16="http://schemas.microsoft.com/office/drawing/2014/main" id="{3206A6D5-1043-9D4C-696F-97BA29E3D0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3144059"/>
            <a:ext cx="1027083" cy="1027083"/>
          </a:xfrm>
          <a:prstGeom prst="rect">
            <a:avLst/>
          </a:prstGeom>
        </p:spPr>
      </p:pic>
      <p:pic>
        <p:nvPicPr>
          <p:cNvPr id="13" name="Graphic 12" descr="Robot outline">
            <a:extLst>
              <a:ext uri="{FF2B5EF4-FFF2-40B4-BE49-F238E27FC236}">
                <a16:creationId xmlns:a16="http://schemas.microsoft.com/office/drawing/2014/main" id="{65F32B80-8AF1-CF8E-7C1D-769DE71AFF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6808" y="1645831"/>
            <a:ext cx="1683540" cy="1683540"/>
          </a:xfrm>
          <a:prstGeom prst="rect">
            <a:avLst/>
          </a:prstGeom>
        </p:spPr>
      </p:pic>
      <p:pic>
        <p:nvPicPr>
          <p:cNvPr id="14" name="Graphic 13" descr="Database outline">
            <a:extLst>
              <a:ext uri="{FF2B5EF4-FFF2-40B4-BE49-F238E27FC236}">
                <a16:creationId xmlns:a16="http://schemas.microsoft.com/office/drawing/2014/main" id="{E95D2A71-B387-3B76-24AA-FDFDF86EF9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1974060"/>
            <a:ext cx="1027083" cy="1027083"/>
          </a:xfrm>
          <a:prstGeom prst="rect">
            <a:avLst/>
          </a:prstGeom>
        </p:spPr>
      </p:pic>
      <p:pic>
        <p:nvPicPr>
          <p:cNvPr id="15" name="Graphic 14" descr="Database outline">
            <a:extLst>
              <a:ext uri="{FF2B5EF4-FFF2-40B4-BE49-F238E27FC236}">
                <a16:creationId xmlns:a16="http://schemas.microsoft.com/office/drawing/2014/main" id="{5F8CCAAD-FEDD-8FB5-4A48-5EB02964B2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804061"/>
            <a:ext cx="1027083" cy="102708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769002B-5DC7-DDAB-7736-9BD69440C136}"/>
              </a:ext>
            </a:extLst>
          </p:cNvPr>
          <p:cNvSpPr txBox="1"/>
          <p:nvPr/>
        </p:nvSpPr>
        <p:spPr>
          <a:xfrm rot="5400000">
            <a:off x="2327351" y="170870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F7A344-F27C-AE05-4AE8-7FE4EAA71E0D}"/>
              </a:ext>
            </a:extLst>
          </p:cNvPr>
          <p:cNvSpPr txBox="1"/>
          <p:nvPr/>
        </p:nvSpPr>
        <p:spPr>
          <a:xfrm rot="5400000">
            <a:off x="2327351" y="2878701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35" name="Graphic 34" descr="Man outline">
            <a:extLst>
              <a:ext uri="{FF2B5EF4-FFF2-40B4-BE49-F238E27FC236}">
                <a16:creationId xmlns:a16="http://schemas.microsoft.com/office/drawing/2014/main" id="{79B6AEAE-07A4-BD8E-F989-5A4ED2FA26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1292" y="4379785"/>
            <a:ext cx="1683540" cy="1683540"/>
          </a:xfrm>
          <a:prstGeom prst="rect">
            <a:avLst/>
          </a:prstGeom>
        </p:spPr>
      </p:pic>
      <p:pic>
        <p:nvPicPr>
          <p:cNvPr id="36" name="Graphic 35" descr="Database outline">
            <a:extLst>
              <a:ext uri="{FF2B5EF4-FFF2-40B4-BE49-F238E27FC236}">
                <a16:creationId xmlns:a16="http://schemas.microsoft.com/office/drawing/2014/main" id="{CFC3D6F5-7996-9BC0-B5DB-CB50E83A98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43218" y="4734552"/>
            <a:ext cx="1027083" cy="1027083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DC4B179-1C7F-43D9-2D88-8BC0C8529F0E}"/>
              </a:ext>
            </a:extLst>
          </p:cNvPr>
          <p:cNvCxnSpPr>
            <a:cxnSpLocks/>
          </p:cNvCxnSpPr>
          <p:nvPr/>
        </p:nvCxnSpPr>
        <p:spPr>
          <a:xfrm flipV="1">
            <a:off x="1285163" y="1493932"/>
            <a:ext cx="758055" cy="493076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41B0A0C-C4B7-AA10-5EE2-A68877872637}"/>
              </a:ext>
            </a:extLst>
          </p:cNvPr>
          <p:cNvCxnSpPr>
            <a:cxnSpLocks/>
          </p:cNvCxnSpPr>
          <p:nvPr/>
        </p:nvCxnSpPr>
        <p:spPr>
          <a:xfrm>
            <a:off x="1280702" y="2487600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FBC3B7F-1029-C097-ACBB-F924AE381FA1}"/>
              </a:ext>
            </a:extLst>
          </p:cNvPr>
          <p:cNvCxnSpPr>
            <a:cxnSpLocks/>
          </p:cNvCxnSpPr>
          <p:nvPr/>
        </p:nvCxnSpPr>
        <p:spPr>
          <a:xfrm>
            <a:off x="1280702" y="2999724"/>
            <a:ext cx="815398" cy="514959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4621602-BA8D-308A-0F1B-C00083DF0853}"/>
              </a:ext>
            </a:extLst>
          </p:cNvPr>
          <p:cNvCxnSpPr>
            <a:cxnSpLocks/>
          </p:cNvCxnSpPr>
          <p:nvPr/>
        </p:nvCxnSpPr>
        <p:spPr>
          <a:xfrm>
            <a:off x="1314779" y="5249470"/>
            <a:ext cx="815398" cy="0"/>
          </a:xfrm>
          <a:prstGeom prst="line">
            <a:avLst/>
          </a:prstGeom>
          <a:ln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Graphic 53" descr="Database outline">
            <a:extLst>
              <a:ext uri="{FF2B5EF4-FFF2-40B4-BE49-F238E27FC236}">
                <a16:creationId xmlns:a16="http://schemas.microsoft.com/office/drawing/2014/main" id="{CF93D4F1-EAD2-FF6C-5E43-156712EC4C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3142640"/>
            <a:ext cx="1027083" cy="1027083"/>
          </a:xfrm>
          <a:prstGeom prst="rect">
            <a:avLst/>
          </a:prstGeom>
        </p:spPr>
      </p:pic>
      <p:pic>
        <p:nvPicPr>
          <p:cNvPr id="55" name="Graphic 54" descr="Database outline">
            <a:extLst>
              <a:ext uri="{FF2B5EF4-FFF2-40B4-BE49-F238E27FC236}">
                <a16:creationId xmlns:a16="http://schemas.microsoft.com/office/drawing/2014/main" id="{DC5835C0-E6B9-2994-2DC5-0CBBAEE89C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1972641"/>
            <a:ext cx="1027083" cy="1027083"/>
          </a:xfrm>
          <a:prstGeom prst="rect">
            <a:avLst/>
          </a:prstGeom>
        </p:spPr>
      </p:pic>
      <p:pic>
        <p:nvPicPr>
          <p:cNvPr id="56" name="Graphic 55" descr="Database outline">
            <a:extLst>
              <a:ext uri="{FF2B5EF4-FFF2-40B4-BE49-F238E27FC236}">
                <a16:creationId xmlns:a16="http://schemas.microsoft.com/office/drawing/2014/main" id="{7B436AC0-E4CE-1EE0-3793-F13447F5F5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802642"/>
            <a:ext cx="1027083" cy="102708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ED66D5E7-9962-0476-F842-F1085B194241}"/>
              </a:ext>
            </a:extLst>
          </p:cNvPr>
          <p:cNvSpPr txBox="1"/>
          <p:nvPr/>
        </p:nvSpPr>
        <p:spPr>
          <a:xfrm rot="5400000">
            <a:off x="3040598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E28B405-7FDE-46E7-F318-65911CF78897}"/>
              </a:ext>
            </a:extLst>
          </p:cNvPr>
          <p:cNvSpPr txBox="1"/>
          <p:nvPr/>
        </p:nvSpPr>
        <p:spPr>
          <a:xfrm rot="5400000">
            <a:off x="3040598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59" name="Graphic 58" descr="Database outline">
            <a:extLst>
              <a:ext uri="{FF2B5EF4-FFF2-40B4-BE49-F238E27FC236}">
                <a16:creationId xmlns:a16="http://schemas.microsoft.com/office/drawing/2014/main" id="{43324775-E3B9-AB03-8592-6C9FFB8E2F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3142640"/>
            <a:ext cx="1027083" cy="1027083"/>
          </a:xfrm>
          <a:prstGeom prst="rect">
            <a:avLst/>
          </a:prstGeom>
        </p:spPr>
      </p:pic>
      <p:pic>
        <p:nvPicPr>
          <p:cNvPr id="60" name="Graphic 59" descr="Database outline">
            <a:extLst>
              <a:ext uri="{FF2B5EF4-FFF2-40B4-BE49-F238E27FC236}">
                <a16:creationId xmlns:a16="http://schemas.microsoft.com/office/drawing/2014/main" id="{49E820CC-0129-328E-D9D3-192C278404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1972641"/>
            <a:ext cx="1027083" cy="1027083"/>
          </a:xfrm>
          <a:prstGeom prst="rect">
            <a:avLst/>
          </a:prstGeom>
        </p:spPr>
      </p:pic>
      <p:pic>
        <p:nvPicPr>
          <p:cNvPr id="61" name="Graphic 60" descr="Database outline">
            <a:extLst>
              <a:ext uri="{FF2B5EF4-FFF2-40B4-BE49-F238E27FC236}">
                <a16:creationId xmlns:a16="http://schemas.microsoft.com/office/drawing/2014/main" id="{A4C3617D-17AA-1D39-F9EF-E186F8AE98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802642"/>
            <a:ext cx="1027083" cy="102708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F9AFD10B-EEB8-6200-2789-15ECCACB6B77}"/>
              </a:ext>
            </a:extLst>
          </p:cNvPr>
          <p:cNvSpPr txBox="1"/>
          <p:nvPr/>
        </p:nvSpPr>
        <p:spPr>
          <a:xfrm rot="5400000">
            <a:off x="3760014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5AD07BA-13C5-9C64-8B10-4F2C08CE05C2}"/>
              </a:ext>
            </a:extLst>
          </p:cNvPr>
          <p:cNvSpPr txBox="1"/>
          <p:nvPr/>
        </p:nvSpPr>
        <p:spPr>
          <a:xfrm rot="5400000">
            <a:off x="3760014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B90ECEC-C86B-3204-67FA-D29E57CD0633}"/>
              </a:ext>
            </a:extLst>
          </p:cNvPr>
          <p:cNvSpPr/>
          <p:nvPr/>
        </p:nvSpPr>
        <p:spPr>
          <a:xfrm>
            <a:off x="2150134" y="850845"/>
            <a:ext cx="2239055" cy="328774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39A16D-9298-97B9-D5BF-57D6DABA4148}"/>
              </a:ext>
            </a:extLst>
          </p:cNvPr>
          <p:cNvSpPr/>
          <p:nvPr/>
        </p:nvSpPr>
        <p:spPr>
          <a:xfrm>
            <a:off x="2161491" y="4679400"/>
            <a:ext cx="2239055" cy="113220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phic 2" descr="Database outline">
            <a:extLst>
              <a:ext uri="{FF2B5EF4-FFF2-40B4-BE49-F238E27FC236}">
                <a16:creationId xmlns:a16="http://schemas.microsoft.com/office/drawing/2014/main" id="{4CB69231-22FD-00FE-21D8-6AD00456F8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6335" y="4733134"/>
            <a:ext cx="1027083" cy="1027083"/>
          </a:xfrm>
          <a:prstGeom prst="rect">
            <a:avLst/>
          </a:prstGeom>
        </p:spPr>
      </p:pic>
      <p:pic>
        <p:nvPicPr>
          <p:cNvPr id="4" name="Graphic 3" descr="Database outline">
            <a:extLst>
              <a:ext uri="{FF2B5EF4-FFF2-40B4-BE49-F238E27FC236}">
                <a16:creationId xmlns:a16="http://schemas.microsoft.com/office/drawing/2014/main" id="{A970EDB4-3E5A-FE80-8B8C-1DCFDA585F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1736" y="4738646"/>
            <a:ext cx="1027083" cy="1027083"/>
          </a:xfrm>
          <a:prstGeom prst="rect">
            <a:avLst/>
          </a:prstGeom>
        </p:spPr>
      </p:pic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092341A-2098-905E-72A5-87FE988A6137}"/>
              </a:ext>
            </a:extLst>
          </p:cNvPr>
          <p:cNvGrpSpPr/>
          <p:nvPr/>
        </p:nvGrpSpPr>
        <p:grpSpPr>
          <a:xfrm>
            <a:off x="5478003" y="850840"/>
            <a:ext cx="2869285" cy="3287745"/>
            <a:chOff x="5830784" y="1007352"/>
            <a:chExt cx="2689955" cy="3082261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1DB39AA-A3BD-1202-FA3D-297E6D8878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CD74917-2647-BE38-2FBC-A2F9A6EB0C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57FA0A5-56E6-7120-92AB-312B586D88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7ED189E-68F5-7A2E-9E84-017BB31860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361004F-6514-6DD8-7AAF-C254C4A4989D}"/>
                </a:ext>
              </a:extLst>
            </p:cNvPr>
            <p:cNvSpPr txBox="1"/>
            <p:nvPr/>
          </p:nvSpPr>
          <p:spPr>
            <a:xfrm rot="5400000">
              <a:off x="5938345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57CD5CD-247B-4556-59F0-A2CCF6CBF09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CA8678-0905-DA97-3C76-BFEF3FF4E9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8972CAE-B9FB-4A09-99C1-C4D3AC8509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F17E400-7749-5351-B526-32EF4B7F20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B3EBBB4-02CC-5991-58F1-E1559A48C7F5}"/>
                </a:ext>
              </a:extLst>
            </p:cNvPr>
            <p:cNvSpPr txBox="1"/>
            <p:nvPr/>
          </p:nvSpPr>
          <p:spPr>
            <a:xfrm rot="5400000">
              <a:off x="6709683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48E59BE-AFA5-C23F-9F4F-0B43717A642C}"/>
                </a:ext>
              </a:extLst>
            </p:cNvPr>
            <p:cNvCxnSpPr>
              <a:stCxn id="6" idx="6"/>
              <a:endCxn id="12" idx="2"/>
            </p:cNvCxnSpPr>
            <p:nvPr/>
          </p:nvCxnSpPr>
          <p:spPr>
            <a:xfrm>
              <a:off x="6230277" y="225016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4838B1C-25E0-EE9C-910B-D5E434A3D212}"/>
                </a:ext>
              </a:extLst>
            </p:cNvPr>
            <p:cNvCxnSpPr>
              <a:cxnSpLocks/>
              <a:stCxn id="6" idx="6"/>
              <a:endCxn id="16" idx="2"/>
            </p:cNvCxnSpPr>
            <p:nvPr/>
          </p:nvCxnSpPr>
          <p:spPr>
            <a:xfrm>
              <a:off x="6230277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C0E10BC-2829-FE69-771F-DA01993CDFAB}"/>
                </a:ext>
              </a:extLst>
            </p:cNvPr>
            <p:cNvCxnSpPr>
              <a:cxnSpLocks/>
              <a:stCxn id="6" idx="6"/>
              <a:endCxn id="17" idx="1"/>
            </p:cNvCxnSpPr>
            <p:nvPr/>
          </p:nvCxnSpPr>
          <p:spPr>
            <a:xfrm>
              <a:off x="6230277" y="2250165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EA62EA7-2A32-AA79-EBB9-C0AF3C0755A9}"/>
                </a:ext>
              </a:extLst>
            </p:cNvPr>
            <p:cNvCxnSpPr>
              <a:cxnSpLocks/>
              <a:stCxn id="6" idx="6"/>
              <a:endCxn id="18" idx="1"/>
            </p:cNvCxnSpPr>
            <p:nvPr/>
          </p:nvCxnSpPr>
          <p:spPr>
            <a:xfrm>
              <a:off x="6230277" y="2250165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740B8A83-0F57-7F63-FD7B-6D8C68633CD1}"/>
                </a:ext>
              </a:extLst>
            </p:cNvPr>
            <p:cNvCxnSpPr>
              <a:cxnSpLocks/>
              <a:stCxn id="7" idx="6"/>
              <a:endCxn id="12" idx="2"/>
            </p:cNvCxnSpPr>
            <p:nvPr/>
          </p:nvCxnSpPr>
          <p:spPr>
            <a:xfrm flipV="1">
              <a:off x="6230277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051789FE-1F85-BDEC-EFAC-943D4BECAF51}"/>
                </a:ext>
              </a:extLst>
            </p:cNvPr>
            <p:cNvCxnSpPr>
              <a:cxnSpLocks/>
              <a:stCxn id="7" idx="6"/>
              <a:endCxn id="16" idx="2"/>
            </p:cNvCxnSpPr>
            <p:nvPr/>
          </p:nvCxnSpPr>
          <p:spPr>
            <a:xfrm>
              <a:off x="6230277" y="2649506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4A75361B-9C95-9BB6-8E4B-56CE20F5B767}"/>
                </a:ext>
              </a:extLst>
            </p:cNvPr>
            <p:cNvCxnSpPr>
              <a:cxnSpLocks/>
              <a:stCxn id="7" idx="6"/>
              <a:endCxn id="17" idx="2"/>
            </p:cNvCxnSpPr>
            <p:nvPr/>
          </p:nvCxnSpPr>
          <p:spPr>
            <a:xfrm>
              <a:off x="6230277" y="2649506"/>
              <a:ext cx="497018" cy="78266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52AC76CF-C746-4ABA-CE3A-24DA75318EE5}"/>
                </a:ext>
              </a:extLst>
            </p:cNvPr>
            <p:cNvCxnSpPr>
              <a:cxnSpLocks/>
              <a:stCxn id="7" idx="6"/>
              <a:endCxn id="18" idx="1"/>
            </p:cNvCxnSpPr>
            <p:nvPr/>
          </p:nvCxnSpPr>
          <p:spPr>
            <a:xfrm>
              <a:off x="6230277" y="2649506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B9CD92AE-C05F-31B4-B40B-B2806E258D02}"/>
                </a:ext>
              </a:extLst>
            </p:cNvPr>
            <p:cNvCxnSpPr>
              <a:cxnSpLocks/>
              <a:stCxn id="8" idx="6"/>
              <a:endCxn id="12" idx="3"/>
            </p:cNvCxnSpPr>
            <p:nvPr/>
          </p:nvCxnSpPr>
          <p:spPr>
            <a:xfrm flipV="1">
              <a:off x="6230277" y="2347152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4B9FEF57-2E8C-B7F5-1671-F0BCC1A0CA57}"/>
                </a:ext>
              </a:extLst>
            </p:cNvPr>
            <p:cNvCxnSpPr>
              <a:cxnSpLocks/>
              <a:stCxn id="8" idx="6"/>
              <a:endCxn id="16" idx="3"/>
            </p:cNvCxnSpPr>
            <p:nvPr/>
          </p:nvCxnSpPr>
          <p:spPr>
            <a:xfrm flipV="1">
              <a:off x="6230277" y="2746493"/>
              <a:ext cx="537191" cy="68568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91EBFC00-EAEA-16E9-0F4A-08E7353CD66C}"/>
                </a:ext>
              </a:extLst>
            </p:cNvPr>
            <p:cNvCxnSpPr>
              <a:cxnSpLocks/>
              <a:stCxn id="8" idx="6"/>
              <a:endCxn id="17" idx="2"/>
            </p:cNvCxnSpPr>
            <p:nvPr/>
          </p:nvCxnSpPr>
          <p:spPr>
            <a:xfrm>
              <a:off x="6230277" y="343217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40E1FEA3-EFAC-E2D0-F3C0-C3808FD5A435}"/>
                </a:ext>
              </a:extLst>
            </p:cNvPr>
            <p:cNvCxnSpPr>
              <a:cxnSpLocks/>
              <a:stCxn id="8" idx="6"/>
              <a:endCxn id="18" idx="2"/>
            </p:cNvCxnSpPr>
            <p:nvPr/>
          </p:nvCxnSpPr>
          <p:spPr>
            <a:xfrm>
              <a:off x="6230277" y="3432175"/>
              <a:ext cx="497018" cy="40412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16D64B41-25B3-FA64-BE3D-58C3B11326D3}"/>
                </a:ext>
              </a:extLst>
            </p:cNvPr>
            <p:cNvCxnSpPr>
              <a:cxnSpLocks/>
              <a:stCxn id="9" idx="6"/>
              <a:endCxn id="18" idx="2"/>
            </p:cNvCxnSpPr>
            <p:nvPr/>
          </p:nvCxnSpPr>
          <p:spPr>
            <a:xfrm>
              <a:off x="6230277" y="3836297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5F5DD242-526D-848B-AF58-9CE15F0AE792}"/>
                </a:ext>
              </a:extLst>
            </p:cNvPr>
            <p:cNvCxnSpPr>
              <a:cxnSpLocks/>
              <a:stCxn id="9" idx="6"/>
              <a:endCxn id="17" idx="3"/>
            </p:cNvCxnSpPr>
            <p:nvPr/>
          </p:nvCxnSpPr>
          <p:spPr>
            <a:xfrm flipV="1">
              <a:off x="6230277" y="3529162"/>
              <a:ext cx="537191" cy="30713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C281BC5C-0D60-37F7-387E-3B9CFAA619CA}"/>
                </a:ext>
              </a:extLst>
            </p:cNvPr>
            <p:cNvCxnSpPr>
              <a:cxnSpLocks/>
              <a:stCxn id="9" idx="6"/>
              <a:endCxn id="16" idx="3"/>
            </p:cNvCxnSpPr>
            <p:nvPr/>
          </p:nvCxnSpPr>
          <p:spPr>
            <a:xfrm flipV="1">
              <a:off x="6230277" y="2746493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C48180EF-16B9-57DE-2220-70F613F0973F}"/>
                </a:ext>
              </a:extLst>
            </p:cNvPr>
            <p:cNvCxnSpPr>
              <a:cxnSpLocks/>
              <a:stCxn id="9" idx="6"/>
              <a:endCxn id="12" idx="3"/>
            </p:cNvCxnSpPr>
            <p:nvPr/>
          </p:nvCxnSpPr>
          <p:spPr>
            <a:xfrm flipV="1">
              <a:off x="6230277" y="2347152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7097405E-7C20-6A3A-5ED5-86136D0DF8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14E43098-022A-493B-64D6-F9CB5B47B9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383963A1-C59B-97E5-AB07-01D0175501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850FA52D-3128-FDED-9FB2-89778342C4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907616F-8299-5E76-2A02-424678C58943}"/>
                </a:ext>
              </a:extLst>
            </p:cNvPr>
            <p:cNvSpPr txBox="1"/>
            <p:nvPr/>
          </p:nvSpPr>
          <p:spPr>
            <a:xfrm rot="5400000">
              <a:off x="7362457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8C53C681-456F-8AB6-181B-E7C575F664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A5ADDBD8-36C1-B155-9302-BBB9979E393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79529AEC-7783-27B8-DC05-B2F920C161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9302E1F0-EDDD-6605-BDD1-3381499C72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A4D6DC79-E394-BCB6-D9ED-84457DA84C59}"/>
                </a:ext>
              </a:extLst>
            </p:cNvPr>
            <p:cNvSpPr txBox="1"/>
            <p:nvPr/>
          </p:nvSpPr>
          <p:spPr>
            <a:xfrm rot="5400000">
              <a:off x="8133795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AF9E8A5C-E858-E271-464B-4C65B52FD3A8}"/>
                </a:ext>
              </a:extLst>
            </p:cNvPr>
            <p:cNvCxnSpPr>
              <a:stCxn id="90" idx="6"/>
              <a:endCxn id="95" idx="2"/>
            </p:cNvCxnSpPr>
            <p:nvPr/>
          </p:nvCxnSpPr>
          <p:spPr>
            <a:xfrm>
              <a:off x="7654389" y="225016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1FFC08DD-4F10-B622-A880-F5132E5E6996}"/>
                </a:ext>
              </a:extLst>
            </p:cNvPr>
            <p:cNvCxnSpPr>
              <a:cxnSpLocks/>
              <a:stCxn id="90" idx="6"/>
              <a:endCxn id="96" idx="2"/>
            </p:cNvCxnSpPr>
            <p:nvPr/>
          </p:nvCxnSpPr>
          <p:spPr>
            <a:xfrm>
              <a:off x="7654389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FBE00D7B-907B-6048-EF51-00780740F909}"/>
                </a:ext>
              </a:extLst>
            </p:cNvPr>
            <p:cNvCxnSpPr>
              <a:cxnSpLocks/>
              <a:stCxn id="90" idx="6"/>
              <a:endCxn id="97" idx="1"/>
            </p:cNvCxnSpPr>
            <p:nvPr/>
          </p:nvCxnSpPr>
          <p:spPr>
            <a:xfrm>
              <a:off x="7654389" y="2250165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DCE0A5E6-AD59-14D0-50D0-0EDDB7363D67}"/>
                </a:ext>
              </a:extLst>
            </p:cNvPr>
            <p:cNvCxnSpPr>
              <a:cxnSpLocks/>
              <a:stCxn id="90" idx="6"/>
              <a:endCxn id="98" idx="1"/>
            </p:cNvCxnSpPr>
            <p:nvPr/>
          </p:nvCxnSpPr>
          <p:spPr>
            <a:xfrm>
              <a:off x="7654389" y="2250165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B73FC46C-AA9B-CD99-CE8D-1D978F0857F6}"/>
                </a:ext>
              </a:extLst>
            </p:cNvPr>
            <p:cNvCxnSpPr>
              <a:cxnSpLocks/>
              <a:stCxn id="91" idx="6"/>
              <a:endCxn id="95" idx="2"/>
            </p:cNvCxnSpPr>
            <p:nvPr/>
          </p:nvCxnSpPr>
          <p:spPr>
            <a:xfrm flipV="1">
              <a:off x="7654389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5BD4A8FB-3238-B673-A6B3-CD83AD5F5610}"/>
                </a:ext>
              </a:extLst>
            </p:cNvPr>
            <p:cNvCxnSpPr>
              <a:cxnSpLocks/>
              <a:stCxn id="91" idx="6"/>
              <a:endCxn id="96" idx="2"/>
            </p:cNvCxnSpPr>
            <p:nvPr/>
          </p:nvCxnSpPr>
          <p:spPr>
            <a:xfrm>
              <a:off x="7654389" y="2649506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52538787-28A0-6035-D62E-1DA0B79AA1E2}"/>
                </a:ext>
              </a:extLst>
            </p:cNvPr>
            <p:cNvCxnSpPr>
              <a:cxnSpLocks/>
              <a:stCxn id="91" idx="6"/>
              <a:endCxn id="97" idx="2"/>
            </p:cNvCxnSpPr>
            <p:nvPr/>
          </p:nvCxnSpPr>
          <p:spPr>
            <a:xfrm>
              <a:off x="7654389" y="2649506"/>
              <a:ext cx="497018" cy="78266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3727B479-24F4-E71E-F6A1-91E2D1C17156}"/>
                </a:ext>
              </a:extLst>
            </p:cNvPr>
            <p:cNvCxnSpPr>
              <a:cxnSpLocks/>
              <a:stCxn id="91" idx="6"/>
              <a:endCxn id="98" idx="1"/>
            </p:cNvCxnSpPr>
            <p:nvPr/>
          </p:nvCxnSpPr>
          <p:spPr>
            <a:xfrm>
              <a:off x="7654389" y="2649506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3B98B37D-A9BC-5516-07C2-7426F385B335}"/>
                </a:ext>
              </a:extLst>
            </p:cNvPr>
            <p:cNvCxnSpPr>
              <a:cxnSpLocks/>
              <a:stCxn id="92" idx="6"/>
              <a:endCxn id="95" idx="3"/>
            </p:cNvCxnSpPr>
            <p:nvPr/>
          </p:nvCxnSpPr>
          <p:spPr>
            <a:xfrm flipV="1">
              <a:off x="7654389" y="2347152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0D52A5F6-7200-EBBC-08BF-6D927F4B2D0F}"/>
                </a:ext>
              </a:extLst>
            </p:cNvPr>
            <p:cNvCxnSpPr>
              <a:cxnSpLocks/>
              <a:stCxn id="92" idx="6"/>
              <a:endCxn id="96" idx="3"/>
            </p:cNvCxnSpPr>
            <p:nvPr/>
          </p:nvCxnSpPr>
          <p:spPr>
            <a:xfrm flipV="1">
              <a:off x="7654389" y="2746493"/>
              <a:ext cx="537191" cy="68568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A6C4361C-E4BF-9801-E68C-F4DFA0324F56}"/>
                </a:ext>
              </a:extLst>
            </p:cNvPr>
            <p:cNvCxnSpPr>
              <a:cxnSpLocks/>
              <a:stCxn id="92" idx="6"/>
              <a:endCxn id="97" idx="2"/>
            </p:cNvCxnSpPr>
            <p:nvPr/>
          </p:nvCxnSpPr>
          <p:spPr>
            <a:xfrm>
              <a:off x="7654389" y="343217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84AC9469-2B7C-BFA3-A690-3C7B415DB842}"/>
                </a:ext>
              </a:extLst>
            </p:cNvPr>
            <p:cNvCxnSpPr>
              <a:cxnSpLocks/>
              <a:stCxn id="92" idx="6"/>
              <a:endCxn id="98" idx="2"/>
            </p:cNvCxnSpPr>
            <p:nvPr/>
          </p:nvCxnSpPr>
          <p:spPr>
            <a:xfrm>
              <a:off x="7654389" y="3432175"/>
              <a:ext cx="497018" cy="40412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88A53E9A-524B-F64C-0D06-1907F656FE58}"/>
                </a:ext>
              </a:extLst>
            </p:cNvPr>
            <p:cNvCxnSpPr>
              <a:cxnSpLocks/>
              <a:stCxn id="93" idx="6"/>
              <a:endCxn id="98" idx="2"/>
            </p:cNvCxnSpPr>
            <p:nvPr/>
          </p:nvCxnSpPr>
          <p:spPr>
            <a:xfrm>
              <a:off x="7654389" y="3836297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BA019E64-A540-2917-A563-A4FB39FF8E4C}"/>
                </a:ext>
              </a:extLst>
            </p:cNvPr>
            <p:cNvCxnSpPr>
              <a:cxnSpLocks/>
              <a:stCxn id="93" idx="6"/>
              <a:endCxn id="97" idx="3"/>
            </p:cNvCxnSpPr>
            <p:nvPr/>
          </p:nvCxnSpPr>
          <p:spPr>
            <a:xfrm flipV="1">
              <a:off x="7654389" y="3529162"/>
              <a:ext cx="537191" cy="30713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A196A243-BF76-BC24-B9AF-E96E488F9C12}"/>
                </a:ext>
              </a:extLst>
            </p:cNvPr>
            <p:cNvCxnSpPr>
              <a:cxnSpLocks/>
              <a:stCxn id="93" idx="6"/>
              <a:endCxn id="96" idx="3"/>
            </p:cNvCxnSpPr>
            <p:nvPr/>
          </p:nvCxnSpPr>
          <p:spPr>
            <a:xfrm flipV="1">
              <a:off x="7654389" y="2746493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DEF5C0E7-9EED-6C88-1A86-5CCF8C77B693}"/>
                </a:ext>
              </a:extLst>
            </p:cNvPr>
            <p:cNvCxnSpPr>
              <a:cxnSpLocks/>
              <a:stCxn id="93" idx="6"/>
              <a:endCxn id="95" idx="3"/>
            </p:cNvCxnSpPr>
            <p:nvPr/>
          </p:nvCxnSpPr>
          <p:spPr>
            <a:xfrm flipV="1">
              <a:off x="7654389" y="2347152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3F41DA6-DF09-D872-F46B-EE8ADC76D9F2}"/>
                </a:ext>
              </a:extLst>
            </p:cNvPr>
            <p:cNvSpPr txBox="1"/>
            <p:nvPr/>
          </p:nvSpPr>
          <p:spPr>
            <a:xfrm>
              <a:off x="6974050" y="2016096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33715F19-79E7-9010-9A99-AD44FC5B3EED}"/>
                </a:ext>
              </a:extLst>
            </p:cNvPr>
            <p:cNvSpPr txBox="1"/>
            <p:nvPr/>
          </p:nvSpPr>
          <p:spPr>
            <a:xfrm>
              <a:off x="6990255" y="2418140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DB2E548A-7DE1-2295-4D10-C4763EC3FDB8}"/>
                </a:ext>
              </a:extLst>
            </p:cNvPr>
            <p:cNvSpPr txBox="1"/>
            <p:nvPr/>
          </p:nvSpPr>
          <p:spPr>
            <a:xfrm>
              <a:off x="6990255" y="3197293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7F59FE50-B206-6747-8AB0-CD741CEA5C9E}"/>
                </a:ext>
              </a:extLst>
            </p:cNvPr>
            <p:cNvSpPr txBox="1"/>
            <p:nvPr/>
          </p:nvSpPr>
          <p:spPr>
            <a:xfrm>
              <a:off x="6996398" y="3607010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4C2021D0-E236-F342-8E25-23237B997F96}"/>
                </a:ext>
              </a:extLst>
            </p:cNvPr>
            <p:cNvSpPr/>
            <p:nvPr/>
          </p:nvSpPr>
          <p:spPr>
            <a:xfrm>
              <a:off x="5830784" y="1007352"/>
              <a:ext cx="2689955" cy="308226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E8013A68-A122-14F8-8072-C1B6B35CF108}"/>
              </a:ext>
            </a:extLst>
          </p:cNvPr>
          <p:cNvCxnSpPr>
            <a:cxnSpLocks/>
          </p:cNvCxnSpPr>
          <p:nvPr/>
        </p:nvCxnSpPr>
        <p:spPr>
          <a:xfrm>
            <a:off x="4518819" y="2599491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BE64CA26-C6FD-592E-6B61-F6BC182E0D60}"/>
              </a:ext>
            </a:extLst>
          </p:cNvPr>
          <p:cNvSpPr txBox="1"/>
          <p:nvPr/>
        </p:nvSpPr>
        <p:spPr>
          <a:xfrm>
            <a:off x="4398086" y="2136429"/>
            <a:ext cx="1061957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</p:txBody>
      </p:sp>
      <p:cxnSp>
        <p:nvCxnSpPr>
          <p:cNvPr id="129" name="Elbow Connector 128">
            <a:extLst>
              <a:ext uri="{FF2B5EF4-FFF2-40B4-BE49-F238E27FC236}">
                <a16:creationId xmlns:a16="http://schemas.microsoft.com/office/drawing/2014/main" id="{D590EF51-ECDC-4975-6C44-D8F78C41FB45}"/>
              </a:ext>
            </a:extLst>
          </p:cNvPr>
          <p:cNvCxnSpPr>
            <a:cxnSpLocks/>
            <a:endCxn id="120" idx="2"/>
          </p:cNvCxnSpPr>
          <p:nvPr/>
        </p:nvCxnSpPr>
        <p:spPr>
          <a:xfrm flipV="1">
            <a:off x="4518820" y="4138585"/>
            <a:ext cx="2393827" cy="1106918"/>
          </a:xfrm>
          <a:prstGeom prst="bentConnector2">
            <a:avLst/>
          </a:prstGeom>
          <a:ln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60E2A96E-4929-7D1B-4B22-7C712E8C4087}"/>
              </a:ext>
            </a:extLst>
          </p:cNvPr>
          <p:cNvSpPr txBox="1"/>
          <p:nvPr/>
        </p:nvSpPr>
        <p:spPr>
          <a:xfrm>
            <a:off x="81152" y="1216526"/>
            <a:ext cx="1330814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Simulation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942A38F-0AB9-AF80-CA1A-0B1B0C3B7EDA}"/>
              </a:ext>
            </a:extLst>
          </p:cNvPr>
          <p:cNvSpPr txBox="1"/>
          <p:nvPr/>
        </p:nvSpPr>
        <p:spPr>
          <a:xfrm>
            <a:off x="279497" y="3985831"/>
            <a:ext cx="93647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Reality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EEE040-EC67-21AE-F6FF-552BA06D21E6}"/>
              </a:ext>
            </a:extLst>
          </p:cNvPr>
          <p:cNvSpPr/>
          <p:nvPr/>
        </p:nvSpPr>
        <p:spPr>
          <a:xfrm>
            <a:off x="6696475" y="4159062"/>
            <a:ext cx="702131" cy="13827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D51DC69-6A32-5377-322A-606E2B169388}"/>
              </a:ext>
            </a:extLst>
          </p:cNvPr>
          <p:cNvSpPr txBox="1"/>
          <p:nvPr/>
        </p:nvSpPr>
        <p:spPr>
          <a:xfrm>
            <a:off x="4637093" y="4851549"/>
            <a:ext cx="2135521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Additional training</a:t>
            </a:r>
          </a:p>
        </p:txBody>
      </p:sp>
      <p:pic>
        <p:nvPicPr>
          <p:cNvPr id="5" name="Graphic 4" descr="Baby outline">
            <a:extLst>
              <a:ext uri="{FF2B5EF4-FFF2-40B4-BE49-F238E27FC236}">
                <a16:creationId xmlns:a16="http://schemas.microsoft.com/office/drawing/2014/main" id="{4FC287A9-C301-74D4-8D73-DE25C8258D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3484" y="922836"/>
            <a:ext cx="975360" cy="97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088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20D3C-F6C4-D423-7E4F-47337FCB1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 descr="Database outline">
            <a:extLst>
              <a:ext uri="{FF2B5EF4-FFF2-40B4-BE49-F238E27FC236}">
                <a16:creationId xmlns:a16="http://schemas.microsoft.com/office/drawing/2014/main" id="{82D3A0F3-7833-6EC7-6B69-B7B6A4D947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3144059"/>
            <a:ext cx="1027083" cy="1027083"/>
          </a:xfrm>
          <a:prstGeom prst="rect">
            <a:avLst/>
          </a:prstGeom>
        </p:spPr>
      </p:pic>
      <p:pic>
        <p:nvPicPr>
          <p:cNvPr id="13" name="Graphic 12" descr="Robot outline">
            <a:extLst>
              <a:ext uri="{FF2B5EF4-FFF2-40B4-BE49-F238E27FC236}">
                <a16:creationId xmlns:a16="http://schemas.microsoft.com/office/drawing/2014/main" id="{FC621E5B-C020-590E-9E13-0035338A51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6808" y="1645831"/>
            <a:ext cx="1683540" cy="1683540"/>
          </a:xfrm>
          <a:prstGeom prst="rect">
            <a:avLst/>
          </a:prstGeom>
        </p:spPr>
      </p:pic>
      <p:pic>
        <p:nvPicPr>
          <p:cNvPr id="14" name="Graphic 13" descr="Database outline">
            <a:extLst>
              <a:ext uri="{FF2B5EF4-FFF2-40B4-BE49-F238E27FC236}">
                <a16:creationId xmlns:a16="http://schemas.microsoft.com/office/drawing/2014/main" id="{6AFA5E7D-687D-BEF4-B09A-77645F8182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1974060"/>
            <a:ext cx="1027083" cy="1027083"/>
          </a:xfrm>
          <a:prstGeom prst="rect">
            <a:avLst/>
          </a:prstGeom>
        </p:spPr>
      </p:pic>
      <p:pic>
        <p:nvPicPr>
          <p:cNvPr id="15" name="Graphic 14" descr="Database outline">
            <a:extLst>
              <a:ext uri="{FF2B5EF4-FFF2-40B4-BE49-F238E27FC236}">
                <a16:creationId xmlns:a16="http://schemas.microsoft.com/office/drawing/2014/main" id="{31D9FC2F-842F-5626-0961-FB882FA227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804061"/>
            <a:ext cx="1027083" cy="102708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A94BFCC-F0FD-C4F3-694D-C2E63D76E4A1}"/>
              </a:ext>
            </a:extLst>
          </p:cNvPr>
          <p:cNvSpPr txBox="1"/>
          <p:nvPr/>
        </p:nvSpPr>
        <p:spPr>
          <a:xfrm rot="5400000">
            <a:off x="2327351" y="170870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5BB388-8553-1440-0E1D-20593D0B796E}"/>
              </a:ext>
            </a:extLst>
          </p:cNvPr>
          <p:cNvSpPr txBox="1"/>
          <p:nvPr/>
        </p:nvSpPr>
        <p:spPr>
          <a:xfrm rot="5400000">
            <a:off x="2327351" y="2878701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35" name="Graphic 34" descr="Man outline">
            <a:extLst>
              <a:ext uri="{FF2B5EF4-FFF2-40B4-BE49-F238E27FC236}">
                <a16:creationId xmlns:a16="http://schemas.microsoft.com/office/drawing/2014/main" id="{30F2F595-95D2-16EF-773F-2935FA80BC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1292" y="4379785"/>
            <a:ext cx="1683540" cy="1683540"/>
          </a:xfrm>
          <a:prstGeom prst="rect">
            <a:avLst/>
          </a:prstGeom>
        </p:spPr>
      </p:pic>
      <p:pic>
        <p:nvPicPr>
          <p:cNvPr id="36" name="Graphic 35" descr="Database outline">
            <a:extLst>
              <a:ext uri="{FF2B5EF4-FFF2-40B4-BE49-F238E27FC236}">
                <a16:creationId xmlns:a16="http://schemas.microsoft.com/office/drawing/2014/main" id="{A6D70437-F111-B4D7-2519-C78B456ACB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43218" y="4734552"/>
            <a:ext cx="1027083" cy="1027083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E5A7A75-2A68-4A4F-3D75-9776282B2C92}"/>
              </a:ext>
            </a:extLst>
          </p:cNvPr>
          <p:cNvCxnSpPr>
            <a:cxnSpLocks/>
          </p:cNvCxnSpPr>
          <p:nvPr/>
        </p:nvCxnSpPr>
        <p:spPr>
          <a:xfrm flipV="1">
            <a:off x="1285163" y="1493932"/>
            <a:ext cx="758055" cy="493076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F6C63A4-89BD-7A79-2639-B5BF8758EC34}"/>
              </a:ext>
            </a:extLst>
          </p:cNvPr>
          <p:cNvCxnSpPr>
            <a:cxnSpLocks/>
          </p:cNvCxnSpPr>
          <p:nvPr/>
        </p:nvCxnSpPr>
        <p:spPr>
          <a:xfrm>
            <a:off x="1280702" y="2487600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693C4B7-5D4C-64FD-B1C4-B9268413408C}"/>
              </a:ext>
            </a:extLst>
          </p:cNvPr>
          <p:cNvCxnSpPr>
            <a:cxnSpLocks/>
          </p:cNvCxnSpPr>
          <p:nvPr/>
        </p:nvCxnSpPr>
        <p:spPr>
          <a:xfrm>
            <a:off x="1280702" y="2999724"/>
            <a:ext cx="815398" cy="514959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AEB1C27-F552-CB71-E218-104D8169DC1D}"/>
              </a:ext>
            </a:extLst>
          </p:cNvPr>
          <p:cNvCxnSpPr>
            <a:cxnSpLocks/>
          </p:cNvCxnSpPr>
          <p:nvPr/>
        </p:nvCxnSpPr>
        <p:spPr>
          <a:xfrm>
            <a:off x="1314779" y="5249470"/>
            <a:ext cx="815398" cy="0"/>
          </a:xfrm>
          <a:prstGeom prst="line">
            <a:avLst/>
          </a:prstGeom>
          <a:ln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Graphic 53" descr="Database outline">
            <a:extLst>
              <a:ext uri="{FF2B5EF4-FFF2-40B4-BE49-F238E27FC236}">
                <a16:creationId xmlns:a16="http://schemas.microsoft.com/office/drawing/2014/main" id="{839CF369-51FD-2348-2733-29A44BD8C4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3142640"/>
            <a:ext cx="1027083" cy="1027083"/>
          </a:xfrm>
          <a:prstGeom prst="rect">
            <a:avLst/>
          </a:prstGeom>
        </p:spPr>
      </p:pic>
      <p:pic>
        <p:nvPicPr>
          <p:cNvPr id="55" name="Graphic 54" descr="Database outline">
            <a:extLst>
              <a:ext uri="{FF2B5EF4-FFF2-40B4-BE49-F238E27FC236}">
                <a16:creationId xmlns:a16="http://schemas.microsoft.com/office/drawing/2014/main" id="{A1AB0670-F570-07B6-D3CB-FFAB29086F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1972641"/>
            <a:ext cx="1027083" cy="1027083"/>
          </a:xfrm>
          <a:prstGeom prst="rect">
            <a:avLst/>
          </a:prstGeom>
        </p:spPr>
      </p:pic>
      <p:pic>
        <p:nvPicPr>
          <p:cNvPr id="56" name="Graphic 55" descr="Database outline">
            <a:extLst>
              <a:ext uri="{FF2B5EF4-FFF2-40B4-BE49-F238E27FC236}">
                <a16:creationId xmlns:a16="http://schemas.microsoft.com/office/drawing/2014/main" id="{BD29AB40-773A-4E51-30E7-26BC882A2F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802642"/>
            <a:ext cx="1027083" cy="102708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D14CAF5-6762-8181-E279-146D8F846431}"/>
              </a:ext>
            </a:extLst>
          </p:cNvPr>
          <p:cNvSpPr txBox="1"/>
          <p:nvPr/>
        </p:nvSpPr>
        <p:spPr>
          <a:xfrm rot="5400000">
            <a:off x="3040598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42A8438-4CB8-8764-87FB-80ECC6EF9DC0}"/>
              </a:ext>
            </a:extLst>
          </p:cNvPr>
          <p:cNvSpPr txBox="1"/>
          <p:nvPr/>
        </p:nvSpPr>
        <p:spPr>
          <a:xfrm rot="5400000">
            <a:off x="3040598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59" name="Graphic 58" descr="Database outline">
            <a:extLst>
              <a:ext uri="{FF2B5EF4-FFF2-40B4-BE49-F238E27FC236}">
                <a16:creationId xmlns:a16="http://schemas.microsoft.com/office/drawing/2014/main" id="{9A78771A-A502-E28C-C0CF-719BD9F713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3142640"/>
            <a:ext cx="1027083" cy="1027083"/>
          </a:xfrm>
          <a:prstGeom prst="rect">
            <a:avLst/>
          </a:prstGeom>
        </p:spPr>
      </p:pic>
      <p:pic>
        <p:nvPicPr>
          <p:cNvPr id="60" name="Graphic 59" descr="Database outline">
            <a:extLst>
              <a:ext uri="{FF2B5EF4-FFF2-40B4-BE49-F238E27FC236}">
                <a16:creationId xmlns:a16="http://schemas.microsoft.com/office/drawing/2014/main" id="{B021B4FF-4339-A177-AFA7-5AE0A1B169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1972641"/>
            <a:ext cx="1027083" cy="1027083"/>
          </a:xfrm>
          <a:prstGeom prst="rect">
            <a:avLst/>
          </a:prstGeom>
        </p:spPr>
      </p:pic>
      <p:pic>
        <p:nvPicPr>
          <p:cNvPr id="61" name="Graphic 60" descr="Database outline">
            <a:extLst>
              <a:ext uri="{FF2B5EF4-FFF2-40B4-BE49-F238E27FC236}">
                <a16:creationId xmlns:a16="http://schemas.microsoft.com/office/drawing/2014/main" id="{A1C30001-0E3E-0C14-8E32-ED7B604BDB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802642"/>
            <a:ext cx="1027083" cy="102708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FDC4C97A-EE45-1F85-E7BA-F1F43B1CA411}"/>
              </a:ext>
            </a:extLst>
          </p:cNvPr>
          <p:cNvSpPr txBox="1"/>
          <p:nvPr/>
        </p:nvSpPr>
        <p:spPr>
          <a:xfrm rot="5400000">
            <a:off x="3760014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73EA83C-35BA-4538-93FE-35A2B7D413A8}"/>
              </a:ext>
            </a:extLst>
          </p:cNvPr>
          <p:cNvSpPr txBox="1"/>
          <p:nvPr/>
        </p:nvSpPr>
        <p:spPr>
          <a:xfrm rot="5400000">
            <a:off x="3760014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EB90D10-74E9-58C9-6499-B28C7C32BBAE}"/>
              </a:ext>
            </a:extLst>
          </p:cNvPr>
          <p:cNvSpPr/>
          <p:nvPr/>
        </p:nvSpPr>
        <p:spPr>
          <a:xfrm>
            <a:off x="2150134" y="850845"/>
            <a:ext cx="2239055" cy="328774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37DDF0-2366-E5A3-3ABC-6B515EC4A1F6}"/>
              </a:ext>
            </a:extLst>
          </p:cNvPr>
          <p:cNvSpPr/>
          <p:nvPr/>
        </p:nvSpPr>
        <p:spPr>
          <a:xfrm>
            <a:off x="2161491" y="4679400"/>
            <a:ext cx="2239055" cy="113220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phic 2" descr="Database outline">
            <a:extLst>
              <a:ext uri="{FF2B5EF4-FFF2-40B4-BE49-F238E27FC236}">
                <a16:creationId xmlns:a16="http://schemas.microsoft.com/office/drawing/2014/main" id="{F3DBA190-F46B-C62E-3C92-45F25804D9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6335" y="4733134"/>
            <a:ext cx="1027083" cy="1027083"/>
          </a:xfrm>
          <a:prstGeom prst="rect">
            <a:avLst/>
          </a:prstGeom>
        </p:spPr>
      </p:pic>
      <p:pic>
        <p:nvPicPr>
          <p:cNvPr id="4" name="Graphic 3" descr="Database outline">
            <a:extLst>
              <a:ext uri="{FF2B5EF4-FFF2-40B4-BE49-F238E27FC236}">
                <a16:creationId xmlns:a16="http://schemas.microsoft.com/office/drawing/2014/main" id="{0B50DA03-B2E6-8D1B-7F82-DAD3784536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1736" y="4738646"/>
            <a:ext cx="1027083" cy="1027083"/>
          </a:xfrm>
          <a:prstGeom prst="rect">
            <a:avLst/>
          </a:prstGeom>
        </p:spPr>
      </p:pic>
      <p:grpSp>
        <p:nvGrpSpPr>
          <p:cNvPr id="121" name="Group 120">
            <a:extLst>
              <a:ext uri="{FF2B5EF4-FFF2-40B4-BE49-F238E27FC236}">
                <a16:creationId xmlns:a16="http://schemas.microsoft.com/office/drawing/2014/main" id="{612955E9-B4C8-3A2B-8BF5-E5D05D08B373}"/>
              </a:ext>
            </a:extLst>
          </p:cNvPr>
          <p:cNvGrpSpPr/>
          <p:nvPr/>
        </p:nvGrpSpPr>
        <p:grpSpPr>
          <a:xfrm>
            <a:off x="5478003" y="850840"/>
            <a:ext cx="2869285" cy="3287745"/>
            <a:chOff x="5830784" y="1007352"/>
            <a:chExt cx="2689955" cy="3082261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750CC4D-D446-E7C1-1F48-6230E4B60C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53C7089-EEFD-6177-AC66-E50ECFA4BD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528A6A4-0FD6-752D-3C84-580632B65D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8B97E86-F628-F4AE-4F24-0ACBBEA40C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2C49A23-D7C6-6345-6278-B635B984125E}"/>
                </a:ext>
              </a:extLst>
            </p:cNvPr>
            <p:cNvSpPr txBox="1"/>
            <p:nvPr/>
          </p:nvSpPr>
          <p:spPr>
            <a:xfrm rot="5400000">
              <a:off x="5938345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4EACAFF-FA06-78D9-A6C2-4C7A78ED64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EE1DED1-4CF4-C2B4-76A8-30D4D82A88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2CD8E31-1B4A-64EA-F1E0-AF7BA82AEE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59DCD78-B3B4-96F3-C1A3-699BA7D4BF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C77848C-2B32-F4A0-4867-0B780B55B1E4}"/>
                </a:ext>
              </a:extLst>
            </p:cNvPr>
            <p:cNvSpPr txBox="1"/>
            <p:nvPr/>
          </p:nvSpPr>
          <p:spPr>
            <a:xfrm rot="5400000">
              <a:off x="6709683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BCDA0EE-F00C-35E0-B082-6952B1B185F3}"/>
                </a:ext>
              </a:extLst>
            </p:cNvPr>
            <p:cNvCxnSpPr>
              <a:stCxn id="6" idx="6"/>
              <a:endCxn id="12" idx="2"/>
            </p:cNvCxnSpPr>
            <p:nvPr/>
          </p:nvCxnSpPr>
          <p:spPr>
            <a:xfrm>
              <a:off x="6230277" y="225016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458ECD0-3EDB-E2C9-7BA4-9048996CC09D}"/>
                </a:ext>
              </a:extLst>
            </p:cNvPr>
            <p:cNvCxnSpPr>
              <a:cxnSpLocks/>
              <a:stCxn id="6" idx="6"/>
              <a:endCxn id="16" idx="2"/>
            </p:cNvCxnSpPr>
            <p:nvPr/>
          </p:nvCxnSpPr>
          <p:spPr>
            <a:xfrm>
              <a:off x="6230277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BF68402-BABC-C665-205E-B10E1D3C0E0C}"/>
                </a:ext>
              </a:extLst>
            </p:cNvPr>
            <p:cNvCxnSpPr>
              <a:cxnSpLocks/>
              <a:stCxn id="6" idx="6"/>
              <a:endCxn id="17" idx="1"/>
            </p:cNvCxnSpPr>
            <p:nvPr/>
          </p:nvCxnSpPr>
          <p:spPr>
            <a:xfrm>
              <a:off x="6230277" y="2250165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A266D80-0F73-334E-10A8-E96B95D26E48}"/>
                </a:ext>
              </a:extLst>
            </p:cNvPr>
            <p:cNvCxnSpPr>
              <a:cxnSpLocks/>
              <a:stCxn id="6" idx="6"/>
              <a:endCxn id="18" idx="1"/>
            </p:cNvCxnSpPr>
            <p:nvPr/>
          </p:nvCxnSpPr>
          <p:spPr>
            <a:xfrm>
              <a:off x="6230277" y="2250165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80DDF86-B491-19CA-2BB6-8C5CC490C8C1}"/>
                </a:ext>
              </a:extLst>
            </p:cNvPr>
            <p:cNvCxnSpPr>
              <a:cxnSpLocks/>
              <a:stCxn id="7" idx="6"/>
              <a:endCxn id="12" idx="2"/>
            </p:cNvCxnSpPr>
            <p:nvPr/>
          </p:nvCxnSpPr>
          <p:spPr>
            <a:xfrm flipV="1">
              <a:off x="6230277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F7C2FA2-C016-3CD6-5261-6F52194BCB17}"/>
                </a:ext>
              </a:extLst>
            </p:cNvPr>
            <p:cNvCxnSpPr>
              <a:cxnSpLocks/>
              <a:stCxn id="7" idx="6"/>
              <a:endCxn id="16" idx="2"/>
            </p:cNvCxnSpPr>
            <p:nvPr/>
          </p:nvCxnSpPr>
          <p:spPr>
            <a:xfrm>
              <a:off x="6230277" y="2649506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D9CC984A-51DB-BA28-B9BA-30027CFE0850}"/>
                </a:ext>
              </a:extLst>
            </p:cNvPr>
            <p:cNvCxnSpPr>
              <a:cxnSpLocks/>
              <a:stCxn id="7" idx="6"/>
              <a:endCxn id="17" idx="2"/>
            </p:cNvCxnSpPr>
            <p:nvPr/>
          </p:nvCxnSpPr>
          <p:spPr>
            <a:xfrm>
              <a:off x="6230277" y="2649506"/>
              <a:ext cx="497018" cy="78266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C4572FE0-8454-E3F6-9477-C4879D5D7CB5}"/>
                </a:ext>
              </a:extLst>
            </p:cNvPr>
            <p:cNvCxnSpPr>
              <a:cxnSpLocks/>
              <a:stCxn id="7" idx="6"/>
              <a:endCxn id="18" idx="1"/>
            </p:cNvCxnSpPr>
            <p:nvPr/>
          </p:nvCxnSpPr>
          <p:spPr>
            <a:xfrm>
              <a:off x="6230277" y="2649506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C40F5FDB-491C-0155-B1F2-243161D59BE6}"/>
                </a:ext>
              </a:extLst>
            </p:cNvPr>
            <p:cNvCxnSpPr>
              <a:cxnSpLocks/>
              <a:stCxn id="8" idx="6"/>
              <a:endCxn id="12" idx="3"/>
            </p:cNvCxnSpPr>
            <p:nvPr/>
          </p:nvCxnSpPr>
          <p:spPr>
            <a:xfrm flipV="1">
              <a:off x="6230277" y="2347152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36022086-DA8F-1A63-1B22-12AE34B25274}"/>
                </a:ext>
              </a:extLst>
            </p:cNvPr>
            <p:cNvCxnSpPr>
              <a:cxnSpLocks/>
              <a:stCxn id="8" idx="6"/>
              <a:endCxn id="16" idx="3"/>
            </p:cNvCxnSpPr>
            <p:nvPr/>
          </p:nvCxnSpPr>
          <p:spPr>
            <a:xfrm flipV="1">
              <a:off x="6230277" y="2746493"/>
              <a:ext cx="537191" cy="68568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E2A69042-9845-A95D-DFF8-7FBA2CA8F76E}"/>
                </a:ext>
              </a:extLst>
            </p:cNvPr>
            <p:cNvCxnSpPr>
              <a:cxnSpLocks/>
              <a:stCxn id="8" idx="6"/>
              <a:endCxn id="17" idx="2"/>
            </p:cNvCxnSpPr>
            <p:nvPr/>
          </p:nvCxnSpPr>
          <p:spPr>
            <a:xfrm>
              <a:off x="6230277" y="343217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9DB4AFFC-4914-E030-BD77-76E9CF263A6E}"/>
                </a:ext>
              </a:extLst>
            </p:cNvPr>
            <p:cNvCxnSpPr>
              <a:cxnSpLocks/>
              <a:stCxn id="8" idx="6"/>
              <a:endCxn id="18" idx="2"/>
            </p:cNvCxnSpPr>
            <p:nvPr/>
          </p:nvCxnSpPr>
          <p:spPr>
            <a:xfrm>
              <a:off x="6230277" y="3432175"/>
              <a:ext cx="497018" cy="40412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B3833A8F-4DC0-045E-A195-22DCE0B2C82E}"/>
                </a:ext>
              </a:extLst>
            </p:cNvPr>
            <p:cNvCxnSpPr>
              <a:cxnSpLocks/>
              <a:stCxn id="9" idx="6"/>
              <a:endCxn id="18" idx="2"/>
            </p:cNvCxnSpPr>
            <p:nvPr/>
          </p:nvCxnSpPr>
          <p:spPr>
            <a:xfrm>
              <a:off x="6230277" y="3836297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1913FDCE-ECEB-E6E8-3D64-1E176075F800}"/>
                </a:ext>
              </a:extLst>
            </p:cNvPr>
            <p:cNvCxnSpPr>
              <a:cxnSpLocks/>
              <a:stCxn id="9" idx="6"/>
              <a:endCxn id="17" idx="3"/>
            </p:cNvCxnSpPr>
            <p:nvPr/>
          </p:nvCxnSpPr>
          <p:spPr>
            <a:xfrm flipV="1">
              <a:off x="6230277" y="3529162"/>
              <a:ext cx="537191" cy="30713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9562C5CC-AC04-C300-A1B9-F3F9680CC4BA}"/>
                </a:ext>
              </a:extLst>
            </p:cNvPr>
            <p:cNvCxnSpPr>
              <a:cxnSpLocks/>
              <a:stCxn id="9" idx="6"/>
              <a:endCxn id="16" idx="3"/>
            </p:cNvCxnSpPr>
            <p:nvPr/>
          </p:nvCxnSpPr>
          <p:spPr>
            <a:xfrm flipV="1">
              <a:off x="6230277" y="2746493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8A97FB0B-A112-0B21-3867-14CD0E907620}"/>
                </a:ext>
              </a:extLst>
            </p:cNvPr>
            <p:cNvCxnSpPr>
              <a:cxnSpLocks/>
              <a:stCxn id="9" idx="6"/>
              <a:endCxn id="12" idx="3"/>
            </p:cNvCxnSpPr>
            <p:nvPr/>
          </p:nvCxnSpPr>
          <p:spPr>
            <a:xfrm flipV="1">
              <a:off x="6230277" y="2347152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8549471C-B0D5-C3D1-DBAD-BC4FE73DE6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246D9DDA-9A79-7FFA-499A-EE9283AA60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45E7DD74-FC7D-9220-6979-53825430BD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BD8CFBEE-055C-5DA0-046D-C17D9C5F46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57751DD-39C0-9509-A72F-A3E865D2114D}"/>
                </a:ext>
              </a:extLst>
            </p:cNvPr>
            <p:cNvSpPr txBox="1"/>
            <p:nvPr/>
          </p:nvSpPr>
          <p:spPr>
            <a:xfrm rot="5400000">
              <a:off x="7362457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4FEDDF0B-89DD-CD05-4F73-4759C8461A8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252B2B37-F51A-0BD0-37FD-5065C1D5A5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07467DBD-A3DB-EC12-88D6-E95DE2CA2A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686AB9AC-F99A-2B4E-D2EC-5F59535B91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647B9380-B316-A189-459D-56E83CCB22F5}"/>
                </a:ext>
              </a:extLst>
            </p:cNvPr>
            <p:cNvSpPr txBox="1"/>
            <p:nvPr/>
          </p:nvSpPr>
          <p:spPr>
            <a:xfrm rot="5400000">
              <a:off x="8133795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C4CC1097-EADF-DA9F-16AC-BF177AAF9D1D}"/>
                </a:ext>
              </a:extLst>
            </p:cNvPr>
            <p:cNvCxnSpPr>
              <a:stCxn id="90" idx="6"/>
              <a:endCxn id="95" idx="2"/>
            </p:cNvCxnSpPr>
            <p:nvPr/>
          </p:nvCxnSpPr>
          <p:spPr>
            <a:xfrm>
              <a:off x="7654389" y="225016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881342FA-E44A-DF51-DF97-82F32F68E303}"/>
                </a:ext>
              </a:extLst>
            </p:cNvPr>
            <p:cNvCxnSpPr>
              <a:cxnSpLocks/>
              <a:stCxn id="90" idx="6"/>
              <a:endCxn id="96" idx="2"/>
            </p:cNvCxnSpPr>
            <p:nvPr/>
          </p:nvCxnSpPr>
          <p:spPr>
            <a:xfrm>
              <a:off x="7654389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FC9549D9-3250-65E4-1808-A297F2656663}"/>
                </a:ext>
              </a:extLst>
            </p:cNvPr>
            <p:cNvCxnSpPr>
              <a:cxnSpLocks/>
              <a:stCxn id="90" idx="6"/>
              <a:endCxn id="97" idx="1"/>
            </p:cNvCxnSpPr>
            <p:nvPr/>
          </p:nvCxnSpPr>
          <p:spPr>
            <a:xfrm>
              <a:off x="7654389" y="2250165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C8CE0AC8-5CEF-1098-A34F-7A7E3F0F6C40}"/>
                </a:ext>
              </a:extLst>
            </p:cNvPr>
            <p:cNvCxnSpPr>
              <a:cxnSpLocks/>
              <a:stCxn id="90" idx="6"/>
              <a:endCxn id="98" idx="1"/>
            </p:cNvCxnSpPr>
            <p:nvPr/>
          </p:nvCxnSpPr>
          <p:spPr>
            <a:xfrm>
              <a:off x="7654389" y="2250165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114CC4DC-BE80-1B38-DA21-10CE516556B8}"/>
                </a:ext>
              </a:extLst>
            </p:cNvPr>
            <p:cNvCxnSpPr>
              <a:cxnSpLocks/>
              <a:stCxn id="91" idx="6"/>
              <a:endCxn id="95" idx="2"/>
            </p:cNvCxnSpPr>
            <p:nvPr/>
          </p:nvCxnSpPr>
          <p:spPr>
            <a:xfrm flipV="1">
              <a:off x="7654389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B920D310-6338-FD3E-A124-3DC67B64B9CC}"/>
                </a:ext>
              </a:extLst>
            </p:cNvPr>
            <p:cNvCxnSpPr>
              <a:cxnSpLocks/>
              <a:stCxn id="91" idx="6"/>
              <a:endCxn id="96" idx="2"/>
            </p:cNvCxnSpPr>
            <p:nvPr/>
          </p:nvCxnSpPr>
          <p:spPr>
            <a:xfrm>
              <a:off x="7654389" y="2649506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2CC95DA3-1C80-32F7-2D5D-199C1ABB760C}"/>
                </a:ext>
              </a:extLst>
            </p:cNvPr>
            <p:cNvCxnSpPr>
              <a:cxnSpLocks/>
              <a:stCxn id="91" idx="6"/>
              <a:endCxn id="97" idx="2"/>
            </p:cNvCxnSpPr>
            <p:nvPr/>
          </p:nvCxnSpPr>
          <p:spPr>
            <a:xfrm>
              <a:off x="7654389" y="2649506"/>
              <a:ext cx="497018" cy="78266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7B684884-6224-11B0-EC54-17CD03EAF036}"/>
                </a:ext>
              </a:extLst>
            </p:cNvPr>
            <p:cNvCxnSpPr>
              <a:cxnSpLocks/>
              <a:stCxn id="91" idx="6"/>
              <a:endCxn id="98" idx="1"/>
            </p:cNvCxnSpPr>
            <p:nvPr/>
          </p:nvCxnSpPr>
          <p:spPr>
            <a:xfrm>
              <a:off x="7654389" y="2649506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5BEBDEE9-E5E9-2A53-2F7A-E197324C9ECC}"/>
                </a:ext>
              </a:extLst>
            </p:cNvPr>
            <p:cNvCxnSpPr>
              <a:cxnSpLocks/>
              <a:stCxn id="92" idx="6"/>
              <a:endCxn id="95" idx="3"/>
            </p:cNvCxnSpPr>
            <p:nvPr/>
          </p:nvCxnSpPr>
          <p:spPr>
            <a:xfrm flipV="1">
              <a:off x="7654389" y="2347152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D09E8BC9-4490-4DBD-94F4-6B893B002B44}"/>
                </a:ext>
              </a:extLst>
            </p:cNvPr>
            <p:cNvCxnSpPr>
              <a:cxnSpLocks/>
              <a:stCxn id="92" idx="6"/>
              <a:endCxn id="96" idx="3"/>
            </p:cNvCxnSpPr>
            <p:nvPr/>
          </p:nvCxnSpPr>
          <p:spPr>
            <a:xfrm flipV="1">
              <a:off x="7654389" y="2746493"/>
              <a:ext cx="537191" cy="68568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F32BC75E-929C-2EA6-873F-E115D67332D2}"/>
                </a:ext>
              </a:extLst>
            </p:cNvPr>
            <p:cNvCxnSpPr>
              <a:cxnSpLocks/>
              <a:stCxn id="92" idx="6"/>
              <a:endCxn id="97" idx="2"/>
            </p:cNvCxnSpPr>
            <p:nvPr/>
          </p:nvCxnSpPr>
          <p:spPr>
            <a:xfrm>
              <a:off x="7654389" y="343217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9400FE11-7AAC-6DA3-A019-B4482CC83F7F}"/>
                </a:ext>
              </a:extLst>
            </p:cNvPr>
            <p:cNvCxnSpPr>
              <a:cxnSpLocks/>
              <a:stCxn id="92" idx="6"/>
              <a:endCxn id="98" idx="2"/>
            </p:cNvCxnSpPr>
            <p:nvPr/>
          </p:nvCxnSpPr>
          <p:spPr>
            <a:xfrm>
              <a:off x="7654389" y="3432175"/>
              <a:ext cx="497018" cy="40412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AFF3632E-B01E-9751-90EB-F3F74744115C}"/>
                </a:ext>
              </a:extLst>
            </p:cNvPr>
            <p:cNvCxnSpPr>
              <a:cxnSpLocks/>
              <a:stCxn id="93" idx="6"/>
              <a:endCxn id="98" idx="2"/>
            </p:cNvCxnSpPr>
            <p:nvPr/>
          </p:nvCxnSpPr>
          <p:spPr>
            <a:xfrm>
              <a:off x="7654389" y="3836297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020E2FF3-3578-98B6-C3C3-3860DC25EB9A}"/>
                </a:ext>
              </a:extLst>
            </p:cNvPr>
            <p:cNvCxnSpPr>
              <a:cxnSpLocks/>
              <a:stCxn id="93" idx="6"/>
              <a:endCxn id="97" idx="3"/>
            </p:cNvCxnSpPr>
            <p:nvPr/>
          </p:nvCxnSpPr>
          <p:spPr>
            <a:xfrm flipV="1">
              <a:off x="7654389" y="3529162"/>
              <a:ext cx="537191" cy="30713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197561FE-F160-2988-268E-C91B174E9544}"/>
                </a:ext>
              </a:extLst>
            </p:cNvPr>
            <p:cNvCxnSpPr>
              <a:cxnSpLocks/>
              <a:stCxn id="93" idx="6"/>
              <a:endCxn id="96" idx="3"/>
            </p:cNvCxnSpPr>
            <p:nvPr/>
          </p:nvCxnSpPr>
          <p:spPr>
            <a:xfrm flipV="1">
              <a:off x="7654389" y="2746493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A95040D7-CE3A-4D3A-06B6-46C29BA2B65A}"/>
                </a:ext>
              </a:extLst>
            </p:cNvPr>
            <p:cNvCxnSpPr>
              <a:cxnSpLocks/>
              <a:stCxn id="93" idx="6"/>
              <a:endCxn id="95" idx="3"/>
            </p:cNvCxnSpPr>
            <p:nvPr/>
          </p:nvCxnSpPr>
          <p:spPr>
            <a:xfrm flipV="1">
              <a:off x="7654389" y="2347152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6BBC51F2-599D-9FAE-1B54-C85F630C19F6}"/>
                </a:ext>
              </a:extLst>
            </p:cNvPr>
            <p:cNvSpPr txBox="1"/>
            <p:nvPr/>
          </p:nvSpPr>
          <p:spPr>
            <a:xfrm>
              <a:off x="6974050" y="2016096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B702F7F-15D6-C94E-A9BE-A3767C095FCC}"/>
                </a:ext>
              </a:extLst>
            </p:cNvPr>
            <p:cNvSpPr txBox="1"/>
            <p:nvPr/>
          </p:nvSpPr>
          <p:spPr>
            <a:xfrm>
              <a:off x="6990255" y="2418140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36F0CA6F-BFA7-D534-5DCB-43FB27C5E70F}"/>
                </a:ext>
              </a:extLst>
            </p:cNvPr>
            <p:cNvSpPr txBox="1"/>
            <p:nvPr/>
          </p:nvSpPr>
          <p:spPr>
            <a:xfrm>
              <a:off x="6990255" y="3197293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A1ED3DC1-7D30-137E-6802-70AABA266592}"/>
                </a:ext>
              </a:extLst>
            </p:cNvPr>
            <p:cNvSpPr txBox="1"/>
            <p:nvPr/>
          </p:nvSpPr>
          <p:spPr>
            <a:xfrm>
              <a:off x="6996398" y="3607010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9B28B1A3-A840-E6FB-214B-8ED33E4B1BA9}"/>
                </a:ext>
              </a:extLst>
            </p:cNvPr>
            <p:cNvSpPr/>
            <p:nvPr/>
          </p:nvSpPr>
          <p:spPr>
            <a:xfrm>
              <a:off x="5830784" y="1007352"/>
              <a:ext cx="2689955" cy="308226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5B381DCE-C4D2-EE42-EAD9-592D32EC765E}"/>
              </a:ext>
            </a:extLst>
          </p:cNvPr>
          <p:cNvCxnSpPr>
            <a:cxnSpLocks/>
          </p:cNvCxnSpPr>
          <p:nvPr/>
        </p:nvCxnSpPr>
        <p:spPr>
          <a:xfrm>
            <a:off x="4518819" y="2599491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61F07590-A757-E3B4-002F-28E0AC61512E}"/>
              </a:ext>
            </a:extLst>
          </p:cNvPr>
          <p:cNvSpPr txBox="1"/>
          <p:nvPr/>
        </p:nvSpPr>
        <p:spPr>
          <a:xfrm>
            <a:off x="4398086" y="2136429"/>
            <a:ext cx="1061957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</p:txBody>
      </p:sp>
      <p:cxnSp>
        <p:nvCxnSpPr>
          <p:cNvPr id="129" name="Elbow Connector 128">
            <a:extLst>
              <a:ext uri="{FF2B5EF4-FFF2-40B4-BE49-F238E27FC236}">
                <a16:creationId xmlns:a16="http://schemas.microsoft.com/office/drawing/2014/main" id="{03BF77B1-90CE-EB0B-4E39-FB44E4CF3C06}"/>
              </a:ext>
            </a:extLst>
          </p:cNvPr>
          <p:cNvCxnSpPr>
            <a:cxnSpLocks/>
            <a:endCxn id="120" idx="2"/>
          </p:cNvCxnSpPr>
          <p:nvPr/>
        </p:nvCxnSpPr>
        <p:spPr>
          <a:xfrm flipV="1">
            <a:off x="4518820" y="4138585"/>
            <a:ext cx="2393827" cy="1106918"/>
          </a:xfrm>
          <a:prstGeom prst="bentConnector2">
            <a:avLst/>
          </a:prstGeom>
          <a:ln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E4F3EC43-1B51-3CCF-67F6-79005B1B266D}"/>
              </a:ext>
            </a:extLst>
          </p:cNvPr>
          <p:cNvSpPr txBox="1"/>
          <p:nvPr/>
        </p:nvSpPr>
        <p:spPr>
          <a:xfrm>
            <a:off x="81152" y="1216526"/>
            <a:ext cx="1330814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Simulation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AD9F18A3-860A-0FC8-C579-6E9CBE41A23C}"/>
              </a:ext>
            </a:extLst>
          </p:cNvPr>
          <p:cNvSpPr txBox="1"/>
          <p:nvPr/>
        </p:nvSpPr>
        <p:spPr>
          <a:xfrm>
            <a:off x="279497" y="3985831"/>
            <a:ext cx="93647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Reality</a:t>
            </a:r>
          </a:p>
        </p:txBody>
      </p:sp>
      <p:pic>
        <p:nvPicPr>
          <p:cNvPr id="22" name="Graphic 21" descr="Man with kid outline">
            <a:extLst>
              <a:ext uri="{FF2B5EF4-FFF2-40B4-BE49-F238E27FC236}">
                <a16:creationId xmlns:a16="http://schemas.microsoft.com/office/drawing/2014/main" id="{DE8098FB-1D34-E3DB-31C1-43D2E2E328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24966" y="910020"/>
            <a:ext cx="975360" cy="975360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5B461ED5-9502-A600-A48F-90074AA1EC42}"/>
              </a:ext>
            </a:extLst>
          </p:cNvPr>
          <p:cNvSpPr txBox="1"/>
          <p:nvPr/>
        </p:nvSpPr>
        <p:spPr>
          <a:xfrm>
            <a:off x="4637093" y="4851549"/>
            <a:ext cx="2135521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Additional training</a:t>
            </a:r>
          </a:p>
        </p:txBody>
      </p:sp>
    </p:spTree>
    <p:extLst>
      <p:ext uri="{BB962C8B-B14F-4D97-AF65-F5344CB8AC3E}">
        <p14:creationId xmlns:p14="http://schemas.microsoft.com/office/powerpoint/2010/main" val="2575695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3BE9B-45D3-6FE6-DABB-B512C332D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 descr="Database outline">
            <a:extLst>
              <a:ext uri="{FF2B5EF4-FFF2-40B4-BE49-F238E27FC236}">
                <a16:creationId xmlns:a16="http://schemas.microsoft.com/office/drawing/2014/main" id="{A13BE291-29FE-D584-651E-39C3680DD3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3144059"/>
            <a:ext cx="1027083" cy="1027083"/>
          </a:xfrm>
          <a:prstGeom prst="rect">
            <a:avLst/>
          </a:prstGeom>
        </p:spPr>
      </p:pic>
      <p:pic>
        <p:nvPicPr>
          <p:cNvPr id="13" name="Graphic 12" descr="Robot outline">
            <a:extLst>
              <a:ext uri="{FF2B5EF4-FFF2-40B4-BE49-F238E27FC236}">
                <a16:creationId xmlns:a16="http://schemas.microsoft.com/office/drawing/2014/main" id="{3F15C61D-625A-B553-0B61-27061DA5BC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6808" y="1645831"/>
            <a:ext cx="1683540" cy="1683540"/>
          </a:xfrm>
          <a:prstGeom prst="rect">
            <a:avLst/>
          </a:prstGeom>
        </p:spPr>
      </p:pic>
      <p:pic>
        <p:nvPicPr>
          <p:cNvPr id="14" name="Graphic 13" descr="Database outline">
            <a:extLst>
              <a:ext uri="{FF2B5EF4-FFF2-40B4-BE49-F238E27FC236}">
                <a16:creationId xmlns:a16="http://schemas.microsoft.com/office/drawing/2014/main" id="{E75C18AB-FA2D-FC64-5E42-CBC55FA3B2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1974060"/>
            <a:ext cx="1027083" cy="1027083"/>
          </a:xfrm>
          <a:prstGeom prst="rect">
            <a:avLst/>
          </a:prstGeom>
        </p:spPr>
      </p:pic>
      <p:pic>
        <p:nvPicPr>
          <p:cNvPr id="15" name="Graphic 14" descr="Database outline">
            <a:extLst>
              <a:ext uri="{FF2B5EF4-FFF2-40B4-BE49-F238E27FC236}">
                <a16:creationId xmlns:a16="http://schemas.microsoft.com/office/drawing/2014/main" id="{D8A244D0-7FB3-72BF-18FC-3862119486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804061"/>
            <a:ext cx="1027083" cy="102708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9C78629-6BC5-21E2-5EDC-2AB2E40D1DB7}"/>
              </a:ext>
            </a:extLst>
          </p:cNvPr>
          <p:cNvSpPr txBox="1"/>
          <p:nvPr/>
        </p:nvSpPr>
        <p:spPr>
          <a:xfrm rot="5400000">
            <a:off x="2327351" y="170870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DBCC3F-7B73-533A-55D5-BC8C01FAB58B}"/>
              </a:ext>
            </a:extLst>
          </p:cNvPr>
          <p:cNvSpPr txBox="1"/>
          <p:nvPr/>
        </p:nvSpPr>
        <p:spPr>
          <a:xfrm rot="5400000">
            <a:off x="2327351" y="2878701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35" name="Graphic 34" descr="Man outline">
            <a:extLst>
              <a:ext uri="{FF2B5EF4-FFF2-40B4-BE49-F238E27FC236}">
                <a16:creationId xmlns:a16="http://schemas.microsoft.com/office/drawing/2014/main" id="{1C004CBE-30CB-E72F-E9A8-1EBA791DE3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1292" y="4379785"/>
            <a:ext cx="1683540" cy="1683540"/>
          </a:xfrm>
          <a:prstGeom prst="rect">
            <a:avLst/>
          </a:prstGeom>
        </p:spPr>
      </p:pic>
      <p:pic>
        <p:nvPicPr>
          <p:cNvPr id="36" name="Graphic 35" descr="Database outline">
            <a:extLst>
              <a:ext uri="{FF2B5EF4-FFF2-40B4-BE49-F238E27FC236}">
                <a16:creationId xmlns:a16="http://schemas.microsoft.com/office/drawing/2014/main" id="{77613753-CC31-F214-5B21-8D0DECEBF0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43218" y="4734552"/>
            <a:ext cx="1027083" cy="1027083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A727EE9-F05B-B2D9-C1A1-A2080C0ABD61}"/>
              </a:ext>
            </a:extLst>
          </p:cNvPr>
          <p:cNvCxnSpPr>
            <a:cxnSpLocks/>
          </p:cNvCxnSpPr>
          <p:nvPr/>
        </p:nvCxnSpPr>
        <p:spPr>
          <a:xfrm flipV="1">
            <a:off x="1285163" y="1493932"/>
            <a:ext cx="758055" cy="493076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7B5BEE2-2EAB-4B41-E72B-7B7629D7C27F}"/>
              </a:ext>
            </a:extLst>
          </p:cNvPr>
          <p:cNvCxnSpPr>
            <a:cxnSpLocks/>
          </p:cNvCxnSpPr>
          <p:nvPr/>
        </p:nvCxnSpPr>
        <p:spPr>
          <a:xfrm>
            <a:off x="1280702" y="2487600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28E53E7-5FB5-0678-A90E-C9BFD8B204EA}"/>
              </a:ext>
            </a:extLst>
          </p:cNvPr>
          <p:cNvCxnSpPr>
            <a:cxnSpLocks/>
          </p:cNvCxnSpPr>
          <p:nvPr/>
        </p:nvCxnSpPr>
        <p:spPr>
          <a:xfrm>
            <a:off x="1280702" y="2999724"/>
            <a:ext cx="815398" cy="514959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6AB6E06-D327-B445-3135-FA044F574AC8}"/>
              </a:ext>
            </a:extLst>
          </p:cNvPr>
          <p:cNvCxnSpPr>
            <a:cxnSpLocks/>
          </p:cNvCxnSpPr>
          <p:nvPr/>
        </p:nvCxnSpPr>
        <p:spPr>
          <a:xfrm>
            <a:off x="1314779" y="5249470"/>
            <a:ext cx="815398" cy="0"/>
          </a:xfrm>
          <a:prstGeom prst="line">
            <a:avLst/>
          </a:prstGeom>
          <a:ln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Graphic 53" descr="Database outline">
            <a:extLst>
              <a:ext uri="{FF2B5EF4-FFF2-40B4-BE49-F238E27FC236}">
                <a16:creationId xmlns:a16="http://schemas.microsoft.com/office/drawing/2014/main" id="{ED0EEE36-4641-7BB6-B74D-0A58468E82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3142640"/>
            <a:ext cx="1027083" cy="1027083"/>
          </a:xfrm>
          <a:prstGeom prst="rect">
            <a:avLst/>
          </a:prstGeom>
        </p:spPr>
      </p:pic>
      <p:pic>
        <p:nvPicPr>
          <p:cNvPr id="55" name="Graphic 54" descr="Database outline">
            <a:extLst>
              <a:ext uri="{FF2B5EF4-FFF2-40B4-BE49-F238E27FC236}">
                <a16:creationId xmlns:a16="http://schemas.microsoft.com/office/drawing/2014/main" id="{689FB332-598C-594A-BF04-097D9504ED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1972641"/>
            <a:ext cx="1027083" cy="1027083"/>
          </a:xfrm>
          <a:prstGeom prst="rect">
            <a:avLst/>
          </a:prstGeom>
        </p:spPr>
      </p:pic>
      <p:pic>
        <p:nvPicPr>
          <p:cNvPr id="56" name="Graphic 55" descr="Database outline">
            <a:extLst>
              <a:ext uri="{FF2B5EF4-FFF2-40B4-BE49-F238E27FC236}">
                <a16:creationId xmlns:a16="http://schemas.microsoft.com/office/drawing/2014/main" id="{A36F8405-BFFD-FE6E-FD59-9BC3F8C9CE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802642"/>
            <a:ext cx="1027083" cy="102708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C4F32847-1041-A9CD-3BE1-48DFD02F9A59}"/>
              </a:ext>
            </a:extLst>
          </p:cNvPr>
          <p:cNvSpPr txBox="1"/>
          <p:nvPr/>
        </p:nvSpPr>
        <p:spPr>
          <a:xfrm rot="5400000">
            <a:off x="3040598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D523C47-3CBE-0C83-9555-CC7D784D30BF}"/>
              </a:ext>
            </a:extLst>
          </p:cNvPr>
          <p:cNvSpPr txBox="1"/>
          <p:nvPr/>
        </p:nvSpPr>
        <p:spPr>
          <a:xfrm rot="5400000">
            <a:off x="3040598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59" name="Graphic 58" descr="Database outline">
            <a:extLst>
              <a:ext uri="{FF2B5EF4-FFF2-40B4-BE49-F238E27FC236}">
                <a16:creationId xmlns:a16="http://schemas.microsoft.com/office/drawing/2014/main" id="{EF87373F-8FE3-AF38-D46A-0AD0BD6E2F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3142640"/>
            <a:ext cx="1027083" cy="1027083"/>
          </a:xfrm>
          <a:prstGeom prst="rect">
            <a:avLst/>
          </a:prstGeom>
        </p:spPr>
      </p:pic>
      <p:pic>
        <p:nvPicPr>
          <p:cNvPr id="60" name="Graphic 59" descr="Database outline">
            <a:extLst>
              <a:ext uri="{FF2B5EF4-FFF2-40B4-BE49-F238E27FC236}">
                <a16:creationId xmlns:a16="http://schemas.microsoft.com/office/drawing/2014/main" id="{6B2C66BC-46ED-D915-31EA-A10D10C029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1972641"/>
            <a:ext cx="1027083" cy="1027083"/>
          </a:xfrm>
          <a:prstGeom prst="rect">
            <a:avLst/>
          </a:prstGeom>
        </p:spPr>
      </p:pic>
      <p:pic>
        <p:nvPicPr>
          <p:cNvPr id="61" name="Graphic 60" descr="Database outline">
            <a:extLst>
              <a:ext uri="{FF2B5EF4-FFF2-40B4-BE49-F238E27FC236}">
                <a16:creationId xmlns:a16="http://schemas.microsoft.com/office/drawing/2014/main" id="{C83123E2-937B-299A-713C-3BD4D6F2FF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802642"/>
            <a:ext cx="1027083" cy="102708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5275F573-ACE6-7920-265A-F46F1456080D}"/>
              </a:ext>
            </a:extLst>
          </p:cNvPr>
          <p:cNvSpPr txBox="1"/>
          <p:nvPr/>
        </p:nvSpPr>
        <p:spPr>
          <a:xfrm rot="5400000">
            <a:off x="3760014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CBA1E72-15C4-EF8F-3008-80E8E4A11445}"/>
              </a:ext>
            </a:extLst>
          </p:cNvPr>
          <p:cNvSpPr txBox="1"/>
          <p:nvPr/>
        </p:nvSpPr>
        <p:spPr>
          <a:xfrm rot="5400000">
            <a:off x="3760014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E8DA710-D6D2-AF4E-CD15-7E115517F56F}"/>
              </a:ext>
            </a:extLst>
          </p:cNvPr>
          <p:cNvSpPr/>
          <p:nvPr/>
        </p:nvSpPr>
        <p:spPr>
          <a:xfrm>
            <a:off x="2150134" y="850845"/>
            <a:ext cx="2239055" cy="328774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430918-D50A-E8B7-0090-DFC65303AFDB}"/>
              </a:ext>
            </a:extLst>
          </p:cNvPr>
          <p:cNvSpPr/>
          <p:nvPr/>
        </p:nvSpPr>
        <p:spPr>
          <a:xfrm>
            <a:off x="2161491" y="4679400"/>
            <a:ext cx="2239055" cy="113220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phic 2" descr="Database outline">
            <a:extLst>
              <a:ext uri="{FF2B5EF4-FFF2-40B4-BE49-F238E27FC236}">
                <a16:creationId xmlns:a16="http://schemas.microsoft.com/office/drawing/2014/main" id="{749DFD73-1B4E-7EC7-AC4A-63585190C7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6335" y="4733134"/>
            <a:ext cx="1027083" cy="1027083"/>
          </a:xfrm>
          <a:prstGeom prst="rect">
            <a:avLst/>
          </a:prstGeom>
        </p:spPr>
      </p:pic>
      <p:pic>
        <p:nvPicPr>
          <p:cNvPr id="4" name="Graphic 3" descr="Database outline">
            <a:extLst>
              <a:ext uri="{FF2B5EF4-FFF2-40B4-BE49-F238E27FC236}">
                <a16:creationId xmlns:a16="http://schemas.microsoft.com/office/drawing/2014/main" id="{FF7A066B-F642-28D3-2255-666318DEFE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1736" y="4738646"/>
            <a:ext cx="1027083" cy="1027083"/>
          </a:xfrm>
          <a:prstGeom prst="rect">
            <a:avLst/>
          </a:prstGeom>
        </p:spPr>
      </p:pic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806A10B-9A9D-22AD-FE05-5B4C5ADF9DC7}"/>
              </a:ext>
            </a:extLst>
          </p:cNvPr>
          <p:cNvGrpSpPr/>
          <p:nvPr/>
        </p:nvGrpSpPr>
        <p:grpSpPr>
          <a:xfrm>
            <a:off x="5478003" y="850840"/>
            <a:ext cx="2869285" cy="3287745"/>
            <a:chOff x="5830784" y="1007352"/>
            <a:chExt cx="2689955" cy="3082261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41F716F-FEF5-C8B7-3038-030BBE37EA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8E5E073-FC26-34E0-2604-8C7052889E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FF43ACE-79AF-5D20-8CF3-DF8226BE3C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C11D6E9-12C1-93F1-DFAA-7D3F5D43EC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B3D2806-7F46-6D14-E099-187D6E45AB71}"/>
                </a:ext>
              </a:extLst>
            </p:cNvPr>
            <p:cNvSpPr txBox="1"/>
            <p:nvPr/>
          </p:nvSpPr>
          <p:spPr>
            <a:xfrm rot="5400000">
              <a:off x="5938345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3BABAEF-02A2-50FC-5A1C-478E2C8FCE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125F25B-F3FB-2065-928F-E1BC3F5F68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82859AB-7B7E-5093-BB8F-EA1DBEFA44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1E2B448-32CA-6266-01CD-65807FC4E6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419926F-5779-F8E8-1583-11628CB1572A}"/>
                </a:ext>
              </a:extLst>
            </p:cNvPr>
            <p:cNvSpPr txBox="1"/>
            <p:nvPr/>
          </p:nvSpPr>
          <p:spPr>
            <a:xfrm rot="5400000">
              <a:off x="6709683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AA6F1F0-D0D4-CBF1-210E-9BC3DA7DE0E4}"/>
                </a:ext>
              </a:extLst>
            </p:cNvPr>
            <p:cNvCxnSpPr>
              <a:stCxn id="6" idx="6"/>
              <a:endCxn id="12" idx="2"/>
            </p:cNvCxnSpPr>
            <p:nvPr/>
          </p:nvCxnSpPr>
          <p:spPr>
            <a:xfrm>
              <a:off x="6230277" y="225016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0522F99-08FC-9051-62CE-B61F688B5AA5}"/>
                </a:ext>
              </a:extLst>
            </p:cNvPr>
            <p:cNvCxnSpPr>
              <a:cxnSpLocks/>
              <a:stCxn id="6" idx="6"/>
              <a:endCxn id="16" idx="2"/>
            </p:cNvCxnSpPr>
            <p:nvPr/>
          </p:nvCxnSpPr>
          <p:spPr>
            <a:xfrm>
              <a:off x="6230277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8A4138C-79E4-D06E-66E8-F40358D8CF97}"/>
                </a:ext>
              </a:extLst>
            </p:cNvPr>
            <p:cNvCxnSpPr>
              <a:cxnSpLocks/>
              <a:stCxn id="6" idx="6"/>
              <a:endCxn id="17" idx="1"/>
            </p:cNvCxnSpPr>
            <p:nvPr/>
          </p:nvCxnSpPr>
          <p:spPr>
            <a:xfrm>
              <a:off x="6230277" y="2250165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71DF1F67-1309-1EAB-FC1F-FCAD4A364FD5}"/>
                </a:ext>
              </a:extLst>
            </p:cNvPr>
            <p:cNvCxnSpPr>
              <a:cxnSpLocks/>
              <a:stCxn id="6" idx="6"/>
              <a:endCxn id="18" idx="1"/>
            </p:cNvCxnSpPr>
            <p:nvPr/>
          </p:nvCxnSpPr>
          <p:spPr>
            <a:xfrm>
              <a:off x="6230277" y="2250165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0BF9A01-D4DF-2750-0CCB-DD897C43BDE7}"/>
                </a:ext>
              </a:extLst>
            </p:cNvPr>
            <p:cNvCxnSpPr>
              <a:cxnSpLocks/>
              <a:stCxn id="7" idx="6"/>
              <a:endCxn id="12" idx="2"/>
            </p:cNvCxnSpPr>
            <p:nvPr/>
          </p:nvCxnSpPr>
          <p:spPr>
            <a:xfrm flipV="1">
              <a:off x="6230277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72EBD30-71F6-EA2B-B916-CD51C82CCA07}"/>
                </a:ext>
              </a:extLst>
            </p:cNvPr>
            <p:cNvCxnSpPr>
              <a:cxnSpLocks/>
              <a:stCxn id="7" idx="6"/>
              <a:endCxn id="16" idx="2"/>
            </p:cNvCxnSpPr>
            <p:nvPr/>
          </p:nvCxnSpPr>
          <p:spPr>
            <a:xfrm>
              <a:off x="6230277" y="2649506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33348D42-305A-4BBB-AAC7-1B9DA7C38B38}"/>
                </a:ext>
              </a:extLst>
            </p:cNvPr>
            <p:cNvCxnSpPr>
              <a:cxnSpLocks/>
              <a:stCxn id="7" idx="6"/>
              <a:endCxn id="17" idx="2"/>
            </p:cNvCxnSpPr>
            <p:nvPr/>
          </p:nvCxnSpPr>
          <p:spPr>
            <a:xfrm>
              <a:off x="6230277" y="2649506"/>
              <a:ext cx="497018" cy="78266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E0950190-C906-55DC-3BDF-3C75162A661F}"/>
                </a:ext>
              </a:extLst>
            </p:cNvPr>
            <p:cNvCxnSpPr>
              <a:cxnSpLocks/>
              <a:stCxn id="7" idx="6"/>
              <a:endCxn id="18" idx="1"/>
            </p:cNvCxnSpPr>
            <p:nvPr/>
          </p:nvCxnSpPr>
          <p:spPr>
            <a:xfrm>
              <a:off x="6230277" y="2649506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0DAD3A52-D83F-1958-9C51-8F32680B1C09}"/>
                </a:ext>
              </a:extLst>
            </p:cNvPr>
            <p:cNvCxnSpPr>
              <a:cxnSpLocks/>
              <a:stCxn id="8" idx="6"/>
              <a:endCxn id="12" idx="3"/>
            </p:cNvCxnSpPr>
            <p:nvPr/>
          </p:nvCxnSpPr>
          <p:spPr>
            <a:xfrm flipV="1">
              <a:off x="6230277" y="2347152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F0305C56-9342-48EB-6594-B79A100FC4D5}"/>
                </a:ext>
              </a:extLst>
            </p:cNvPr>
            <p:cNvCxnSpPr>
              <a:cxnSpLocks/>
              <a:stCxn id="8" idx="6"/>
              <a:endCxn id="16" idx="3"/>
            </p:cNvCxnSpPr>
            <p:nvPr/>
          </p:nvCxnSpPr>
          <p:spPr>
            <a:xfrm flipV="1">
              <a:off x="6230277" y="2746493"/>
              <a:ext cx="537191" cy="68568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770D7B6E-F657-C32C-2360-3D58304E3E47}"/>
                </a:ext>
              </a:extLst>
            </p:cNvPr>
            <p:cNvCxnSpPr>
              <a:cxnSpLocks/>
              <a:stCxn id="8" idx="6"/>
              <a:endCxn id="17" idx="2"/>
            </p:cNvCxnSpPr>
            <p:nvPr/>
          </p:nvCxnSpPr>
          <p:spPr>
            <a:xfrm>
              <a:off x="6230277" y="343217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8CDA2F43-7BC1-1B6C-7196-31A08B02B87A}"/>
                </a:ext>
              </a:extLst>
            </p:cNvPr>
            <p:cNvCxnSpPr>
              <a:cxnSpLocks/>
              <a:stCxn id="8" idx="6"/>
              <a:endCxn id="18" idx="2"/>
            </p:cNvCxnSpPr>
            <p:nvPr/>
          </p:nvCxnSpPr>
          <p:spPr>
            <a:xfrm>
              <a:off x="6230277" y="3432175"/>
              <a:ext cx="497018" cy="40412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653C0517-53F2-3B74-4E37-7D3992691267}"/>
                </a:ext>
              </a:extLst>
            </p:cNvPr>
            <p:cNvCxnSpPr>
              <a:cxnSpLocks/>
              <a:stCxn id="9" idx="6"/>
              <a:endCxn id="18" idx="2"/>
            </p:cNvCxnSpPr>
            <p:nvPr/>
          </p:nvCxnSpPr>
          <p:spPr>
            <a:xfrm>
              <a:off x="6230277" y="3836297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E7F4E45C-2581-BE07-16D2-70A47581A338}"/>
                </a:ext>
              </a:extLst>
            </p:cNvPr>
            <p:cNvCxnSpPr>
              <a:cxnSpLocks/>
              <a:stCxn id="9" idx="6"/>
              <a:endCxn id="17" idx="3"/>
            </p:cNvCxnSpPr>
            <p:nvPr/>
          </p:nvCxnSpPr>
          <p:spPr>
            <a:xfrm flipV="1">
              <a:off x="6230277" y="3529162"/>
              <a:ext cx="537191" cy="30713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EAF56D31-9C1A-3E6A-3684-F3179271733B}"/>
                </a:ext>
              </a:extLst>
            </p:cNvPr>
            <p:cNvCxnSpPr>
              <a:cxnSpLocks/>
              <a:stCxn id="9" idx="6"/>
              <a:endCxn id="16" idx="3"/>
            </p:cNvCxnSpPr>
            <p:nvPr/>
          </p:nvCxnSpPr>
          <p:spPr>
            <a:xfrm flipV="1">
              <a:off x="6230277" y="2746493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053FBA65-F093-D21E-A57E-65AB15085FA8}"/>
                </a:ext>
              </a:extLst>
            </p:cNvPr>
            <p:cNvCxnSpPr>
              <a:cxnSpLocks/>
              <a:stCxn id="9" idx="6"/>
              <a:endCxn id="12" idx="3"/>
            </p:cNvCxnSpPr>
            <p:nvPr/>
          </p:nvCxnSpPr>
          <p:spPr>
            <a:xfrm flipV="1">
              <a:off x="6230277" y="2347152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8F7C90AF-C06B-B80D-45EC-CAFBE9FDB4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CF9EF9E4-E4C7-9313-503F-2ECDE2F3B08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3E2CC734-9F70-AB82-4C6B-854E390E036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CB9ADE90-72FD-FC87-1868-1013E38B043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4FCE6D2E-431F-1EEE-5CEC-A31CB77B589B}"/>
                </a:ext>
              </a:extLst>
            </p:cNvPr>
            <p:cNvSpPr txBox="1"/>
            <p:nvPr/>
          </p:nvSpPr>
          <p:spPr>
            <a:xfrm rot="5400000">
              <a:off x="7362457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3CF4C034-5352-729A-C061-60E5FCDDFB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5F9E3FC4-0EA1-F9B4-4AEE-4CDD585536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C7213672-CD10-18FB-32EF-3C711A9B1D9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BE45CB5B-8281-464F-9879-747EA86FDA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735EDD9-EA3D-A0E3-D165-BC29973E5F4C}"/>
                </a:ext>
              </a:extLst>
            </p:cNvPr>
            <p:cNvSpPr txBox="1"/>
            <p:nvPr/>
          </p:nvSpPr>
          <p:spPr>
            <a:xfrm rot="5400000">
              <a:off x="8133795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8EA73E2E-5DEE-8DDF-8A7F-F289D635D690}"/>
                </a:ext>
              </a:extLst>
            </p:cNvPr>
            <p:cNvCxnSpPr>
              <a:stCxn id="90" idx="6"/>
              <a:endCxn id="95" idx="2"/>
            </p:cNvCxnSpPr>
            <p:nvPr/>
          </p:nvCxnSpPr>
          <p:spPr>
            <a:xfrm>
              <a:off x="7654389" y="225016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421ACDE6-6B0A-AB1F-46D1-D2EB26207A3A}"/>
                </a:ext>
              </a:extLst>
            </p:cNvPr>
            <p:cNvCxnSpPr>
              <a:cxnSpLocks/>
              <a:stCxn id="90" idx="6"/>
              <a:endCxn id="96" idx="2"/>
            </p:cNvCxnSpPr>
            <p:nvPr/>
          </p:nvCxnSpPr>
          <p:spPr>
            <a:xfrm>
              <a:off x="7654389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E5D0D860-C878-D08B-6D13-AC77ECEA103E}"/>
                </a:ext>
              </a:extLst>
            </p:cNvPr>
            <p:cNvCxnSpPr>
              <a:cxnSpLocks/>
              <a:stCxn id="90" idx="6"/>
              <a:endCxn id="97" idx="1"/>
            </p:cNvCxnSpPr>
            <p:nvPr/>
          </p:nvCxnSpPr>
          <p:spPr>
            <a:xfrm>
              <a:off x="7654389" y="2250165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9D8AAB71-E86D-C951-3187-E340D4D7A40F}"/>
                </a:ext>
              </a:extLst>
            </p:cNvPr>
            <p:cNvCxnSpPr>
              <a:cxnSpLocks/>
              <a:stCxn id="90" idx="6"/>
              <a:endCxn id="98" idx="1"/>
            </p:cNvCxnSpPr>
            <p:nvPr/>
          </p:nvCxnSpPr>
          <p:spPr>
            <a:xfrm>
              <a:off x="7654389" y="2250165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F55B04D7-CC2C-22C3-CA16-E4874AD8F957}"/>
                </a:ext>
              </a:extLst>
            </p:cNvPr>
            <p:cNvCxnSpPr>
              <a:cxnSpLocks/>
              <a:stCxn id="91" idx="6"/>
              <a:endCxn id="95" idx="2"/>
            </p:cNvCxnSpPr>
            <p:nvPr/>
          </p:nvCxnSpPr>
          <p:spPr>
            <a:xfrm flipV="1">
              <a:off x="7654389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2337CD2F-04D3-A6B3-15F5-352BC945E9C5}"/>
                </a:ext>
              </a:extLst>
            </p:cNvPr>
            <p:cNvCxnSpPr>
              <a:cxnSpLocks/>
              <a:stCxn id="91" idx="6"/>
              <a:endCxn id="96" idx="2"/>
            </p:cNvCxnSpPr>
            <p:nvPr/>
          </p:nvCxnSpPr>
          <p:spPr>
            <a:xfrm>
              <a:off x="7654389" y="2649506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69DFFA49-88AC-1C84-5A9A-E7F7C76D3992}"/>
                </a:ext>
              </a:extLst>
            </p:cNvPr>
            <p:cNvCxnSpPr>
              <a:cxnSpLocks/>
              <a:stCxn id="91" idx="6"/>
              <a:endCxn id="97" idx="2"/>
            </p:cNvCxnSpPr>
            <p:nvPr/>
          </p:nvCxnSpPr>
          <p:spPr>
            <a:xfrm>
              <a:off x="7654389" y="2649506"/>
              <a:ext cx="497018" cy="78266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EEC569F6-E8A7-3A64-C46E-803DEC3AFEA9}"/>
                </a:ext>
              </a:extLst>
            </p:cNvPr>
            <p:cNvCxnSpPr>
              <a:cxnSpLocks/>
              <a:stCxn id="91" idx="6"/>
              <a:endCxn id="98" idx="1"/>
            </p:cNvCxnSpPr>
            <p:nvPr/>
          </p:nvCxnSpPr>
          <p:spPr>
            <a:xfrm>
              <a:off x="7654389" y="2649506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F2B263E7-52DD-D08F-E8B9-AE910EA955B8}"/>
                </a:ext>
              </a:extLst>
            </p:cNvPr>
            <p:cNvCxnSpPr>
              <a:cxnSpLocks/>
              <a:stCxn id="92" idx="6"/>
              <a:endCxn id="95" idx="3"/>
            </p:cNvCxnSpPr>
            <p:nvPr/>
          </p:nvCxnSpPr>
          <p:spPr>
            <a:xfrm flipV="1">
              <a:off x="7654389" y="2347152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9A48C276-DD2C-2811-EBA7-D86DCC9405A0}"/>
                </a:ext>
              </a:extLst>
            </p:cNvPr>
            <p:cNvCxnSpPr>
              <a:cxnSpLocks/>
              <a:stCxn id="92" idx="6"/>
              <a:endCxn id="96" idx="3"/>
            </p:cNvCxnSpPr>
            <p:nvPr/>
          </p:nvCxnSpPr>
          <p:spPr>
            <a:xfrm flipV="1">
              <a:off x="7654389" y="2746493"/>
              <a:ext cx="537191" cy="68568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B412A8DB-4C43-C79B-880D-2CA54AEA7F89}"/>
                </a:ext>
              </a:extLst>
            </p:cNvPr>
            <p:cNvCxnSpPr>
              <a:cxnSpLocks/>
              <a:stCxn id="92" idx="6"/>
              <a:endCxn id="97" idx="2"/>
            </p:cNvCxnSpPr>
            <p:nvPr/>
          </p:nvCxnSpPr>
          <p:spPr>
            <a:xfrm>
              <a:off x="7654389" y="343217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BAA2FCA0-02A5-085B-4967-CB5F8AFCE0D0}"/>
                </a:ext>
              </a:extLst>
            </p:cNvPr>
            <p:cNvCxnSpPr>
              <a:cxnSpLocks/>
              <a:stCxn id="92" idx="6"/>
              <a:endCxn id="98" idx="2"/>
            </p:cNvCxnSpPr>
            <p:nvPr/>
          </p:nvCxnSpPr>
          <p:spPr>
            <a:xfrm>
              <a:off x="7654389" y="3432175"/>
              <a:ext cx="497018" cy="40412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459A130E-B8FB-72E5-1DE6-51039362B259}"/>
                </a:ext>
              </a:extLst>
            </p:cNvPr>
            <p:cNvCxnSpPr>
              <a:cxnSpLocks/>
              <a:stCxn id="93" idx="6"/>
              <a:endCxn id="98" idx="2"/>
            </p:cNvCxnSpPr>
            <p:nvPr/>
          </p:nvCxnSpPr>
          <p:spPr>
            <a:xfrm>
              <a:off x="7654389" y="3836297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886EDB38-F54B-A696-AEAD-8E3B6A29CCE2}"/>
                </a:ext>
              </a:extLst>
            </p:cNvPr>
            <p:cNvCxnSpPr>
              <a:cxnSpLocks/>
              <a:stCxn id="93" idx="6"/>
              <a:endCxn id="97" idx="3"/>
            </p:cNvCxnSpPr>
            <p:nvPr/>
          </p:nvCxnSpPr>
          <p:spPr>
            <a:xfrm flipV="1">
              <a:off x="7654389" y="3529162"/>
              <a:ext cx="537191" cy="30713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1A8277FA-D9D2-4D24-999F-02BBEB5792ED}"/>
                </a:ext>
              </a:extLst>
            </p:cNvPr>
            <p:cNvCxnSpPr>
              <a:cxnSpLocks/>
              <a:stCxn id="93" idx="6"/>
              <a:endCxn id="96" idx="3"/>
            </p:cNvCxnSpPr>
            <p:nvPr/>
          </p:nvCxnSpPr>
          <p:spPr>
            <a:xfrm flipV="1">
              <a:off x="7654389" y="2746493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101A4512-6BDD-249E-4E92-7332E43667FF}"/>
                </a:ext>
              </a:extLst>
            </p:cNvPr>
            <p:cNvCxnSpPr>
              <a:cxnSpLocks/>
              <a:stCxn id="93" idx="6"/>
              <a:endCxn id="95" idx="3"/>
            </p:cNvCxnSpPr>
            <p:nvPr/>
          </p:nvCxnSpPr>
          <p:spPr>
            <a:xfrm flipV="1">
              <a:off x="7654389" y="2347152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CE40651B-7457-91F3-6378-9043D3B2362C}"/>
                </a:ext>
              </a:extLst>
            </p:cNvPr>
            <p:cNvSpPr txBox="1"/>
            <p:nvPr/>
          </p:nvSpPr>
          <p:spPr>
            <a:xfrm>
              <a:off x="6974050" y="2016096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2A92DA29-F79D-BE33-FC9E-B6B34F74101C}"/>
                </a:ext>
              </a:extLst>
            </p:cNvPr>
            <p:cNvSpPr txBox="1"/>
            <p:nvPr/>
          </p:nvSpPr>
          <p:spPr>
            <a:xfrm>
              <a:off x="6990255" y="2418140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557F9C02-DAF9-49A6-43D2-760D7C7DB3D4}"/>
                </a:ext>
              </a:extLst>
            </p:cNvPr>
            <p:cNvSpPr txBox="1"/>
            <p:nvPr/>
          </p:nvSpPr>
          <p:spPr>
            <a:xfrm>
              <a:off x="6990255" y="3197293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D0E65958-FF1A-EBBA-D6C3-3E22BF258C31}"/>
                </a:ext>
              </a:extLst>
            </p:cNvPr>
            <p:cNvSpPr txBox="1"/>
            <p:nvPr/>
          </p:nvSpPr>
          <p:spPr>
            <a:xfrm>
              <a:off x="6996398" y="3607010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20891884-29D8-151B-ED09-C78538FA6713}"/>
                </a:ext>
              </a:extLst>
            </p:cNvPr>
            <p:cNvSpPr/>
            <p:nvPr/>
          </p:nvSpPr>
          <p:spPr>
            <a:xfrm>
              <a:off x="5830784" y="1007352"/>
              <a:ext cx="2689955" cy="308226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CFD75B6A-5CCB-D24C-E1AE-80660C213E58}"/>
              </a:ext>
            </a:extLst>
          </p:cNvPr>
          <p:cNvCxnSpPr>
            <a:cxnSpLocks/>
          </p:cNvCxnSpPr>
          <p:nvPr/>
        </p:nvCxnSpPr>
        <p:spPr>
          <a:xfrm>
            <a:off x="4518819" y="2599491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46F7F985-BAD0-C252-9E9A-D98A09D00A74}"/>
              </a:ext>
            </a:extLst>
          </p:cNvPr>
          <p:cNvSpPr txBox="1"/>
          <p:nvPr/>
        </p:nvSpPr>
        <p:spPr>
          <a:xfrm>
            <a:off x="4398086" y="2136429"/>
            <a:ext cx="1061957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</p:txBody>
      </p:sp>
      <p:cxnSp>
        <p:nvCxnSpPr>
          <p:cNvPr id="129" name="Elbow Connector 128">
            <a:extLst>
              <a:ext uri="{FF2B5EF4-FFF2-40B4-BE49-F238E27FC236}">
                <a16:creationId xmlns:a16="http://schemas.microsoft.com/office/drawing/2014/main" id="{41586C24-F6BA-F839-6EA2-B5A7D67E780C}"/>
              </a:ext>
            </a:extLst>
          </p:cNvPr>
          <p:cNvCxnSpPr>
            <a:cxnSpLocks/>
            <a:endCxn id="120" idx="2"/>
          </p:cNvCxnSpPr>
          <p:nvPr/>
        </p:nvCxnSpPr>
        <p:spPr>
          <a:xfrm flipV="1">
            <a:off x="4518820" y="4138585"/>
            <a:ext cx="2393827" cy="1106918"/>
          </a:xfrm>
          <a:prstGeom prst="bentConnector2">
            <a:avLst/>
          </a:prstGeom>
          <a:ln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203C01C3-CDFA-A88C-B77D-18B7742918C0}"/>
              </a:ext>
            </a:extLst>
          </p:cNvPr>
          <p:cNvSpPr txBox="1"/>
          <p:nvPr/>
        </p:nvSpPr>
        <p:spPr>
          <a:xfrm>
            <a:off x="4637093" y="4851549"/>
            <a:ext cx="2135521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Additional training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9BA42057-21B5-6216-4456-578DD3A502AB}"/>
              </a:ext>
            </a:extLst>
          </p:cNvPr>
          <p:cNvSpPr txBox="1"/>
          <p:nvPr/>
        </p:nvSpPr>
        <p:spPr>
          <a:xfrm>
            <a:off x="81152" y="1216526"/>
            <a:ext cx="1330814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Simulation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BD18718-3C1B-9176-0613-FA55C4C55D7E}"/>
              </a:ext>
            </a:extLst>
          </p:cNvPr>
          <p:cNvSpPr txBox="1"/>
          <p:nvPr/>
        </p:nvSpPr>
        <p:spPr>
          <a:xfrm>
            <a:off x="279497" y="3985831"/>
            <a:ext cx="93647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Reality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DD7A18-2073-BEF0-E9A9-5319DEEE77B8}"/>
              </a:ext>
            </a:extLst>
          </p:cNvPr>
          <p:cNvSpPr txBox="1"/>
          <p:nvPr/>
        </p:nvSpPr>
        <p:spPr>
          <a:xfrm>
            <a:off x="7331619" y="5078837"/>
            <a:ext cx="103265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Physics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0FA4258-AC5C-73E6-7CBD-870490A6ECA1}"/>
              </a:ext>
            </a:extLst>
          </p:cNvPr>
          <p:cNvCxnSpPr>
            <a:cxnSpLocks/>
          </p:cNvCxnSpPr>
          <p:nvPr/>
        </p:nvCxnSpPr>
        <p:spPr>
          <a:xfrm>
            <a:off x="7854154" y="4169723"/>
            <a:ext cx="0" cy="944215"/>
          </a:xfrm>
          <a:prstGeom prst="line">
            <a:avLst/>
          </a:prstGeom>
          <a:ln>
            <a:solidFill>
              <a:srgbClr val="703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4441E8-A4D5-71B8-1344-9066AAA70DDF}"/>
                  </a:ext>
                </a:extLst>
              </p:cNvPr>
              <p:cNvSpPr txBox="1"/>
              <p:nvPr/>
            </p:nvSpPr>
            <p:spPr>
              <a:xfrm>
                <a:off x="7300806" y="5472966"/>
                <a:ext cx="1107419" cy="295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ℋ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en-US" sz="192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4441E8-A4D5-71B8-1344-9066AAA70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806" y="5472966"/>
                <a:ext cx="1107419" cy="295466"/>
              </a:xfrm>
              <a:prstGeom prst="rect">
                <a:avLst/>
              </a:prstGeom>
              <a:blipFill>
                <a:blip r:embed="rId9"/>
                <a:stretch>
                  <a:fillRect l="-8046" r="-8046"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E1730DB5-78E0-BF14-CB4B-B04A83C5514E}"/>
              </a:ext>
            </a:extLst>
          </p:cNvPr>
          <p:cNvSpPr/>
          <p:nvPr/>
        </p:nvSpPr>
        <p:spPr>
          <a:xfrm>
            <a:off x="7503088" y="4169723"/>
            <a:ext cx="702131" cy="5502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22" name="Graphic 21" descr="Man with kid outline">
            <a:extLst>
              <a:ext uri="{FF2B5EF4-FFF2-40B4-BE49-F238E27FC236}">
                <a16:creationId xmlns:a16="http://schemas.microsoft.com/office/drawing/2014/main" id="{597854FD-5932-2494-5FF1-1616692AB4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24966" y="910020"/>
            <a:ext cx="975360" cy="97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262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AD552-D7EC-D0B2-25C3-EB90F30B2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 descr="Database outline">
            <a:extLst>
              <a:ext uri="{FF2B5EF4-FFF2-40B4-BE49-F238E27FC236}">
                <a16:creationId xmlns:a16="http://schemas.microsoft.com/office/drawing/2014/main" id="{0ED12C20-ACFB-5719-A9C3-E251E67A3F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3144059"/>
            <a:ext cx="1027083" cy="1027083"/>
          </a:xfrm>
          <a:prstGeom prst="rect">
            <a:avLst/>
          </a:prstGeom>
        </p:spPr>
      </p:pic>
      <p:pic>
        <p:nvPicPr>
          <p:cNvPr id="13" name="Graphic 12" descr="Robot outline">
            <a:extLst>
              <a:ext uri="{FF2B5EF4-FFF2-40B4-BE49-F238E27FC236}">
                <a16:creationId xmlns:a16="http://schemas.microsoft.com/office/drawing/2014/main" id="{6A560D2E-6794-AC9C-C9B1-9BE144430B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6808" y="1645831"/>
            <a:ext cx="1683540" cy="1683540"/>
          </a:xfrm>
          <a:prstGeom prst="rect">
            <a:avLst/>
          </a:prstGeom>
        </p:spPr>
      </p:pic>
      <p:pic>
        <p:nvPicPr>
          <p:cNvPr id="14" name="Graphic 13" descr="Database outline">
            <a:extLst>
              <a:ext uri="{FF2B5EF4-FFF2-40B4-BE49-F238E27FC236}">
                <a16:creationId xmlns:a16="http://schemas.microsoft.com/office/drawing/2014/main" id="{6636107A-AB33-6F4F-0E18-BB186A3675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1974060"/>
            <a:ext cx="1027083" cy="1027083"/>
          </a:xfrm>
          <a:prstGeom prst="rect">
            <a:avLst/>
          </a:prstGeom>
        </p:spPr>
      </p:pic>
      <p:pic>
        <p:nvPicPr>
          <p:cNvPr id="15" name="Graphic 14" descr="Database outline">
            <a:extLst>
              <a:ext uri="{FF2B5EF4-FFF2-40B4-BE49-F238E27FC236}">
                <a16:creationId xmlns:a16="http://schemas.microsoft.com/office/drawing/2014/main" id="{5B3A2E5D-73E5-CB98-10EF-7F7D18E85C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804061"/>
            <a:ext cx="1027083" cy="102708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F18FE37-C4A4-DC3B-2CF7-A3A8E11156B7}"/>
              </a:ext>
            </a:extLst>
          </p:cNvPr>
          <p:cNvSpPr txBox="1"/>
          <p:nvPr/>
        </p:nvSpPr>
        <p:spPr>
          <a:xfrm rot="5400000">
            <a:off x="2327351" y="170870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6D7934-1354-C7A0-1E3F-4DD0D20C7AFA}"/>
              </a:ext>
            </a:extLst>
          </p:cNvPr>
          <p:cNvSpPr txBox="1"/>
          <p:nvPr/>
        </p:nvSpPr>
        <p:spPr>
          <a:xfrm rot="5400000">
            <a:off x="2327351" y="2878701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35" name="Graphic 34" descr="Man outline">
            <a:extLst>
              <a:ext uri="{FF2B5EF4-FFF2-40B4-BE49-F238E27FC236}">
                <a16:creationId xmlns:a16="http://schemas.microsoft.com/office/drawing/2014/main" id="{B2F90732-23C8-8517-F9E9-F57DF3AA58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1292" y="4379785"/>
            <a:ext cx="1683540" cy="1683540"/>
          </a:xfrm>
          <a:prstGeom prst="rect">
            <a:avLst/>
          </a:prstGeom>
        </p:spPr>
      </p:pic>
      <p:pic>
        <p:nvPicPr>
          <p:cNvPr id="36" name="Graphic 35" descr="Database outline">
            <a:extLst>
              <a:ext uri="{FF2B5EF4-FFF2-40B4-BE49-F238E27FC236}">
                <a16:creationId xmlns:a16="http://schemas.microsoft.com/office/drawing/2014/main" id="{D970F97F-73A8-2C24-7F31-163EC48336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43218" y="4734552"/>
            <a:ext cx="1027083" cy="1027083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E1BEBEC-ADF7-7235-E998-4D078A29A0FA}"/>
              </a:ext>
            </a:extLst>
          </p:cNvPr>
          <p:cNvCxnSpPr>
            <a:cxnSpLocks/>
          </p:cNvCxnSpPr>
          <p:nvPr/>
        </p:nvCxnSpPr>
        <p:spPr>
          <a:xfrm flipV="1">
            <a:off x="1285163" y="1493932"/>
            <a:ext cx="758055" cy="493076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7ECC440-74A4-1487-3BD8-5A0B2F21EAC8}"/>
              </a:ext>
            </a:extLst>
          </p:cNvPr>
          <p:cNvCxnSpPr>
            <a:cxnSpLocks/>
          </p:cNvCxnSpPr>
          <p:nvPr/>
        </p:nvCxnSpPr>
        <p:spPr>
          <a:xfrm>
            <a:off x="1280702" y="2487600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0A9FF33-66BA-65C0-66A2-8355FDB8CBBD}"/>
              </a:ext>
            </a:extLst>
          </p:cNvPr>
          <p:cNvCxnSpPr>
            <a:cxnSpLocks/>
          </p:cNvCxnSpPr>
          <p:nvPr/>
        </p:nvCxnSpPr>
        <p:spPr>
          <a:xfrm>
            <a:off x="1280702" y="2999724"/>
            <a:ext cx="815398" cy="514959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C4DB210-A7C3-F250-D892-8D0E63ADB749}"/>
              </a:ext>
            </a:extLst>
          </p:cNvPr>
          <p:cNvCxnSpPr>
            <a:cxnSpLocks/>
          </p:cNvCxnSpPr>
          <p:nvPr/>
        </p:nvCxnSpPr>
        <p:spPr>
          <a:xfrm>
            <a:off x="1314779" y="5249470"/>
            <a:ext cx="815398" cy="0"/>
          </a:xfrm>
          <a:prstGeom prst="line">
            <a:avLst/>
          </a:prstGeom>
          <a:ln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Graphic 53" descr="Database outline">
            <a:extLst>
              <a:ext uri="{FF2B5EF4-FFF2-40B4-BE49-F238E27FC236}">
                <a16:creationId xmlns:a16="http://schemas.microsoft.com/office/drawing/2014/main" id="{85E8E7A6-46CD-C9E2-5630-8FD19E2059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3142640"/>
            <a:ext cx="1027083" cy="1027083"/>
          </a:xfrm>
          <a:prstGeom prst="rect">
            <a:avLst/>
          </a:prstGeom>
        </p:spPr>
      </p:pic>
      <p:pic>
        <p:nvPicPr>
          <p:cNvPr id="55" name="Graphic 54" descr="Database outline">
            <a:extLst>
              <a:ext uri="{FF2B5EF4-FFF2-40B4-BE49-F238E27FC236}">
                <a16:creationId xmlns:a16="http://schemas.microsoft.com/office/drawing/2014/main" id="{5FBDE633-371D-467D-3BF1-27404057E8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1972641"/>
            <a:ext cx="1027083" cy="1027083"/>
          </a:xfrm>
          <a:prstGeom prst="rect">
            <a:avLst/>
          </a:prstGeom>
        </p:spPr>
      </p:pic>
      <p:pic>
        <p:nvPicPr>
          <p:cNvPr id="56" name="Graphic 55" descr="Database outline">
            <a:extLst>
              <a:ext uri="{FF2B5EF4-FFF2-40B4-BE49-F238E27FC236}">
                <a16:creationId xmlns:a16="http://schemas.microsoft.com/office/drawing/2014/main" id="{3168DF12-0C8E-85C5-D80E-3964D5A83C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802642"/>
            <a:ext cx="1027083" cy="102708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E00A20F5-654D-DCB7-5C47-245721A89FAE}"/>
              </a:ext>
            </a:extLst>
          </p:cNvPr>
          <p:cNvSpPr txBox="1"/>
          <p:nvPr/>
        </p:nvSpPr>
        <p:spPr>
          <a:xfrm rot="5400000">
            <a:off x="3040598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90770D6-DF2C-C7C3-BEAD-4D052FBC7C41}"/>
              </a:ext>
            </a:extLst>
          </p:cNvPr>
          <p:cNvSpPr txBox="1"/>
          <p:nvPr/>
        </p:nvSpPr>
        <p:spPr>
          <a:xfrm rot="5400000">
            <a:off x="3040598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59" name="Graphic 58" descr="Database outline">
            <a:extLst>
              <a:ext uri="{FF2B5EF4-FFF2-40B4-BE49-F238E27FC236}">
                <a16:creationId xmlns:a16="http://schemas.microsoft.com/office/drawing/2014/main" id="{3D898137-2861-32F9-1235-8D07664178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3142640"/>
            <a:ext cx="1027083" cy="1027083"/>
          </a:xfrm>
          <a:prstGeom prst="rect">
            <a:avLst/>
          </a:prstGeom>
        </p:spPr>
      </p:pic>
      <p:pic>
        <p:nvPicPr>
          <p:cNvPr id="60" name="Graphic 59" descr="Database outline">
            <a:extLst>
              <a:ext uri="{FF2B5EF4-FFF2-40B4-BE49-F238E27FC236}">
                <a16:creationId xmlns:a16="http://schemas.microsoft.com/office/drawing/2014/main" id="{3B7FF1CB-6D65-2A1E-C2F2-E7C73BE0AF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1972641"/>
            <a:ext cx="1027083" cy="1027083"/>
          </a:xfrm>
          <a:prstGeom prst="rect">
            <a:avLst/>
          </a:prstGeom>
        </p:spPr>
      </p:pic>
      <p:pic>
        <p:nvPicPr>
          <p:cNvPr id="61" name="Graphic 60" descr="Database outline">
            <a:extLst>
              <a:ext uri="{FF2B5EF4-FFF2-40B4-BE49-F238E27FC236}">
                <a16:creationId xmlns:a16="http://schemas.microsoft.com/office/drawing/2014/main" id="{1C918686-D4D5-7015-3A71-05E557785F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802642"/>
            <a:ext cx="1027083" cy="102708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7C17D622-4BD4-08E1-664F-C1B6A4AFC1F8}"/>
              </a:ext>
            </a:extLst>
          </p:cNvPr>
          <p:cNvSpPr txBox="1"/>
          <p:nvPr/>
        </p:nvSpPr>
        <p:spPr>
          <a:xfrm rot="5400000">
            <a:off x="3760014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0E33707-0383-D685-8497-47B682BBC8A0}"/>
              </a:ext>
            </a:extLst>
          </p:cNvPr>
          <p:cNvSpPr txBox="1"/>
          <p:nvPr/>
        </p:nvSpPr>
        <p:spPr>
          <a:xfrm rot="5400000">
            <a:off x="3760014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4093CCE-8656-CAEC-01EA-0B4665685CDE}"/>
              </a:ext>
            </a:extLst>
          </p:cNvPr>
          <p:cNvSpPr/>
          <p:nvPr/>
        </p:nvSpPr>
        <p:spPr>
          <a:xfrm>
            <a:off x="2150134" y="850845"/>
            <a:ext cx="2239055" cy="328774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631DDC-EEF0-355C-0A63-C326A76B3F29}"/>
              </a:ext>
            </a:extLst>
          </p:cNvPr>
          <p:cNvSpPr/>
          <p:nvPr/>
        </p:nvSpPr>
        <p:spPr>
          <a:xfrm>
            <a:off x="2161491" y="4679400"/>
            <a:ext cx="2239055" cy="113220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phic 2" descr="Database outline">
            <a:extLst>
              <a:ext uri="{FF2B5EF4-FFF2-40B4-BE49-F238E27FC236}">
                <a16:creationId xmlns:a16="http://schemas.microsoft.com/office/drawing/2014/main" id="{41483D6E-A7F4-BAE6-26D1-1D65942B64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6335" y="4733134"/>
            <a:ext cx="1027083" cy="1027083"/>
          </a:xfrm>
          <a:prstGeom prst="rect">
            <a:avLst/>
          </a:prstGeom>
        </p:spPr>
      </p:pic>
      <p:pic>
        <p:nvPicPr>
          <p:cNvPr id="4" name="Graphic 3" descr="Database outline">
            <a:extLst>
              <a:ext uri="{FF2B5EF4-FFF2-40B4-BE49-F238E27FC236}">
                <a16:creationId xmlns:a16="http://schemas.microsoft.com/office/drawing/2014/main" id="{0E3BEFC8-E147-9EFE-627A-AA377ED519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1736" y="4738646"/>
            <a:ext cx="1027083" cy="1027083"/>
          </a:xfrm>
          <a:prstGeom prst="rect">
            <a:avLst/>
          </a:prstGeom>
        </p:spPr>
      </p:pic>
      <p:grpSp>
        <p:nvGrpSpPr>
          <p:cNvPr id="121" name="Group 120">
            <a:extLst>
              <a:ext uri="{FF2B5EF4-FFF2-40B4-BE49-F238E27FC236}">
                <a16:creationId xmlns:a16="http://schemas.microsoft.com/office/drawing/2014/main" id="{5A64C90E-F26F-0618-629D-E8ECF6846641}"/>
              </a:ext>
            </a:extLst>
          </p:cNvPr>
          <p:cNvGrpSpPr/>
          <p:nvPr/>
        </p:nvGrpSpPr>
        <p:grpSpPr>
          <a:xfrm>
            <a:off x="5478003" y="850840"/>
            <a:ext cx="2869285" cy="3287745"/>
            <a:chOff x="5830784" y="1007352"/>
            <a:chExt cx="2689955" cy="3082261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9A58188-A64F-770B-5650-8CBA7BF4AF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6683FD2-5647-93DB-E49D-29AAF34F23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C7B588A-5B8D-5235-CC8F-F809907843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7A7AC78-85F1-86D0-55C1-E41376884E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BC7E19A-67AD-855C-FCC1-913A0B77C786}"/>
                </a:ext>
              </a:extLst>
            </p:cNvPr>
            <p:cNvSpPr txBox="1"/>
            <p:nvPr/>
          </p:nvSpPr>
          <p:spPr>
            <a:xfrm rot="5400000">
              <a:off x="5938345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19A438D-3DB7-DA99-45FF-F5B180894A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21952FA-7055-2D0A-8AF0-A578326678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3DDABE0-7510-4BBD-3A3A-1041AB728E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CAFB7C2-7DD2-D844-DDBE-04AE716AEE5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D58D58D-5B95-D830-D4C5-72FA1F6C3AE1}"/>
                </a:ext>
              </a:extLst>
            </p:cNvPr>
            <p:cNvSpPr txBox="1"/>
            <p:nvPr/>
          </p:nvSpPr>
          <p:spPr>
            <a:xfrm rot="5400000">
              <a:off x="6709683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89E6041-A0B6-F23D-66A7-3F6A925DB98C}"/>
                </a:ext>
              </a:extLst>
            </p:cNvPr>
            <p:cNvCxnSpPr>
              <a:stCxn id="6" idx="6"/>
              <a:endCxn id="12" idx="2"/>
            </p:cNvCxnSpPr>
            <p:nvPr/>
          </p:nvCxnSpPr>
          <p:spPr>
            <a:xfrm>
              <a:off x="6230277" y="225016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EA64B59-44FB-134F-1F40-532E17A5E5D4}"/>
                </a:ext>
              </a:extLst>
            </p:cNvPr>
            <p:cNvCxnSpPr>
              <a:cxnSpLocks/>
              <a:stCxn id="6" idx="6"/>
              <a:endCxn id="16" idx="2"/>
            </p:cNvCxnSpPr>
            <p:nvPr/>
          </p:nvCxnSpPr>
          <p:spPr>
            <a:xfrm>
              <a:off x="6230277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5DD4E92-F334-99FD-11BD-FF0292B3469F}"/>
                </a:ext>
              </a:extLst>
            </p:cNvPr>
            <p:cNvCxnSpPr>
              <a:cxnSpLocks/>
              <a:stCxn id="6" idx="6"/>
              <a:endCxn id="17" idx="1"/>
            </p:cNvCxnSpPr>
            <p:nvPr/>
          </p:nvCxnSpPr>
          <p:spPr>
            <a:xfrm>
              <a:off x="6230277" y="2250165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7F5FE11-5704-B195-36EF-83E51E485945}"/>
                </a:ext>
              </a:extLst>
            </p:cNvPr>
            <p:cNvCxnSpPr>
              <a:cxnSpLocks/>
              <a:stCxn id="6" idx="6"/>
              <a:endCxn id="18" idx="1"/>
            </p:cNvCxnSpPr>
            <p:nvPr/>
          </p:nvCxnSpPr>
          <p:spPr>
            <a:xfrm>
              <a:off x="6230277" y="2250165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888F7867-4E4D-A20C-8F03-7D9E43A1418E}"/>
                </a:ext>
              </a:extLst>
            </p:cNvPr>
            <p:cNvCxnSpPr>
              <a:cxnSpLocks/>
              <a:stCxn id="7" idx="6"/>
              <a:endCxn id="12" idx="2"/>
            </p:cNvCxnSpPr>
            <p:nvPr/>
          </p:nvCxnSpPr>
          <p:spPr>
            <a:xfrm flipV="1">
              <a:off x="6230277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1DA29D1-F9E7-C15A-A1EC-1CA60B01E9E3}"/>
                </a:ext>
              </a:extLst>
            </p:cNvPr>
            <p:cNvCxnSpPr>
              <a:cxnSpLocks/>
              <a:stCxn id="7" idx="6"/>
              <a:endCxn id="16" idx="2"/>
            </p:cNvCxnSpPr>
            <p:nvPr/>
          </p:nvCxnSpPr>
          <p:spPr>
            <a:xfrm>
              <a:off x="6230277" y="2649506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5B474950-0AD4-E98F-43F7-EC02769ECCF4}"/>
                </a:ext>
              </a:extLst>
            </p:cNvPr>
            <p:cNvCxnSpPr>
              <a:cxnSpLocks/>
              <a:stCxn id="7" idx="6"/>
              <a:endCxn id="17" idx="2"/>
            </p:cNvCxnSpPr>
            <p:nvPr/>
          </p:nvCxnSpPr>
          <p:spPr>
            <a:xfrm>
              <a:off x="6230277" y="2649506"/>
              <a:ext cx="497018" cy="78266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5D550699-AF4E-2F66-B2A8-3929281DC935}"/>
                </a:ext>
              </a:extLst>
            </p:cNvPr>
            <p:cNvCxnSpPr>
              <a:cxnSpLocks/>
              <a:stCxn id="7" idx="6"/>
              <a:endCxn id="18" idx="1"/>
            </p:cNvCxnSpPr>
            <p:nvPr/>
          </p:nvCxnSpPr>
          <p:spPr>
            <a:xfrm>
              <a:off x="6230277" y="2649506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E91F4AEC-9A1D-AB3F-301A-973AFCC5092C}"/>
                </a:ext>
              </a:extLst>
            </p:cNvPr>
            <p:cNvCxnSpPr>
              <a:cxnSpLocks/>
              <a:stCxn id="8" idx="6"/>
              <a:endCxn id="12" idx="3"/>
            </p:cNvCxnSpPr>
            <p:nvPr/>
          </p:nvCxnSpPr>
          <p:spPr>
            <a:xfrm flipV="1">
              <a:off x="6230277" y="2347152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3288C3CA-7609-0165-FB19-6F751B76A41E}"/>
                </a:ext>
              </a:extLst>
            </p:cNvPr>
            <p:cNvCxnSpPr>
              <a:cxnSpLocks/>
              <a:stCxn id="8" idx="6"/>
              <a:endCxn id="16" idx="3"/>
            </p:cNvCxnSpPr>
            <p:nvPr/>
          </p:nvCxnSpPr>
          <p:spPr>
            <a:xfrm flipV="1">
              <a:off x="6230277" y="2746493"/>
              <a:ext cx="537191" cy="68568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83FBCC51-E2AB-FDDA-444E-205592C8D10C}"/>
                </a:ext>
              </a:extLst>
            </p:cNvPr>
            <p:cNvCxnSpPr>
              <a:cxnSpLocks/>
              <a:stCxn id="8" idx="6"/>
              <a:endCxn id="17" idx="2"/>
            </p:cNvCxnSpPr>
            <p:nvPr/>
          </p:nvCxnSpPr>
          <p:spPr>
            <a:xfrm>
              <a:off x="6230277" y="343217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1B96235C-C3B7-9688-9B6F-FF810D135F31}"/>
                </a:ext>
              </a:extLst>
            </p:cNvPr>
            <p:cNvCxnSpPr>
              <a:cxnSpLocks/>
              <a:stCxn id="8" idx="6"/>
              <a:endCxn id="18" idx="2"/>
            </p:cNvCxnSpPr>
            <p:nvPr/>
          </p:nvCxnSpPr>
          <p:spPr>
            <a:xfrm>
              <a:off x="6230277" y="3432175"/>
              <a:ext cx="497018" cy="40412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DFBA21AB-A9D2-CC1B-E6B3-41A1C727AE6E}"/>
                </a:ext>
              </a:extLst>
            </p:cNvPr>
            <p:cNvCxnSpPr>
              <a:cxnSpLocks/>
              <a:stCxn id="9" idx="6"/>
              <a:endCxn id="18" idx="2"/>
            </p:cNvCxnSpPr>
            <p:nvPr/>
          </p:nvCxnSpPr>
          <p:spPr>
            <a:xfrm>
              <a:off x="6230277" y="3836297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965C4673-559E-984B-4D4D-30229544FC56}"/>
                </a:ext>
              </a:extLst>
            </p:cNvPr>
            <p:cNvCxnSpPr>
              <a:cxnSpLocks/>
              <a:stCxn id="9" idx="6"/>
              <a:endCxn id="17" idx="3"/>
            </p:cNvCxnSpPr>
            <p:nvPr/>
          </p:nvCxnSpPr>
          <p:spPr>
            <a:xfrm flipV="1">
              <a:off x="6230277" y="3529162"/>
              <a:ext cx="537191" cy="30713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B27DDE7F-69ED-305D-9170-05801C651BEA}"/>
                </a:ext>
              </a:extLst>
            </p:cNvPr>
            <p:cNvCxnSpPr>
              <a:cxnSpLocks/>
              <a:stCxn id="9" idx="6"/>
              <a:endCxn id="16" idx="3"/>
            </p:cNvCxnSpPr>
            <p:nvPr/>
          </p:nvCxnSpPr>
          <p:spPr>
            <a:xfrm flipV="1">
              <a:off x="6230277" y="2746493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BE8293EB-D890-7743-A768-16AA33B17882}"/>
                </a:ext>
              </a:extLst>
            </p:cNvPr>
            <p:cNvCxnSpPr>
              <a:cxnSpLocks/>
              <a:stCxn id="9" idx="6"/>
              <a:endCxn id="12" idx="3"/>
            </p:cNvCxnSpPr>
            <p:nvPr/>
          </p:nvCxnSpPr>
          <p:spPr>
            <a:xfrm flipV="1">
              <a:off x="6230277" y="2347152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976EA2AC-1869-6063-51E4-A893286B24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94A991A2-6100-A96C-27C2-6990A4BDD0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624AD908-19FE-9D3A-668C-7747013613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D2C1E8C9-225A-4922-E786-F23E44A45A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465700E-1693-0BAE-026D-A5C4049010BC}"/>
                </a:ext>
              </a:extLst>
            </p:cNvPr>
            <p:cNvSpPr txBox="1"/>
            <p:nvPr/>
          </p:nvSpPr>
          <p:spPr>
            <a:xfrm rot="5400000">
              <a:off x="7362457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B4D17CE1-C58D-1306-3BAA-D580443AB7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4E3D6022-4C28-D540-BBAF-09359A1F14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62DA7F45-D0DE-5440-7877-2A71007876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23B47D9D-D0D5-920B-A47B-D84D65907A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95AA16D7-307E-5211-8776-B9F2E47BA7F8}"/>
                </a:ext>
              </a:extLst>
            </p:cNvPr>
            <p:cNvSpPr txBox="1"/>
            <p:nvPr/>
          </p:nvSpPr>
          <p:spPr>
            <a:xfrm rot="5400000">
              <a:off x="8133795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7AF6A7F2-3CAF-DD08-79FC-48D423028200}"/>
                </a:ext>
              </a:extLst>
            </p:cNvPr>
            <p:cNvCxnSpPr>
              <a:stCxn id="90" idx="6"/>
              <a:endCxn id="95" idx="2"/>
            </p:cNvCxnSpPr>
            <p:nvPr/>
          </p:nvCxnSpPr>
          <p:spPr>
            <a:xfrm>
              <a:off x="7654389" y="225016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A4FCE8BD-EACD-0C28-0CC1-513F9E4F6847}"/>
                </a:ext>
              </a:extLst>
            </p:cNvPr>
            <p:cNvCxnSpPr>
              <a:cxnSpLocks/>
              <a:stCxn id="90" idx="6"/>
              <a:endCxn id="96" idx="2"/>
            </p:cNvCxnSpPr>
            <p:nvPr/>
          </p:nvCxnSpPr>
          <p:spPr>
            <a:xfrm>
              <a:off x="7654389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41BAE1C7-C98A-A873-AB62-47C2D6C43CB9}"/>
                </a:ext>
              </a:extLst>
            </p:cNvPr>
            <p:cNvCxnSpPr>
              <a:cxnSpLocks/>
              <a:stCxn id="90" idx="6"/>
              <a:endCxn id="97" idx="1"/>
            </p:cNvCxnSpPr>
            <p:nvPr/>
          </p:nvCxnSpPr>
          <p:spPr>
            <a:xfrm>
              <a:off x="7654389" y="2250165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97B67233-E0FB-CF1F-D147-E973F60C5BEE}"/>
                </a:ext>
              </a:extLst>
            </p:cNvPr>
            <p:cNvCxnSpPr>
              <a:cxnSpLocks/>
              <a:stCxn id="90" idx="6"/>
              <a:endCxn id="98" idx="1"/>
            </p:cNvCxnSpPr>
            <p:nvPr/>
          </p:nvCxnSpPr>
          <p:spPr>
            <a:xfrm>
              <a:off x="7654389" y="2250165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90F1C69D-BFE6-F028-2737-5A537AAF9BB6}"/>
                </a:ext>
              </a:extLst>
            </p:cNvPr>
            <p:cNvCxnSpPr>
              <a:cxnSpLocks/>
              <a:stCxn id="91" idx="6"/>
              <a:endCxn id="95" idx="2"/>
            </p:cNvCxnSpPr>
            <p:nvPr/>
          </p:nvCxnSpPr>
          <p:spPr>
            <a:xfrm flipV="1">
              <a:off x="7654389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BA786A4A-DE14-86E3-6265-F62CDDCEC312}"/>
                </a:ext>
              </a:extLst>
            </p:cNvPr>
            <p:cNvCxnSpPr>
              <a:cxnSpLocks/>
              <a:stCxn id="91" idx="6"/>
              <a:endCxn id="96" idx="2"/>
            </p:cNvCxnSpPr>
            <p:nvPr/>
          </p:nvCxnSpPr>
          <p:spPr>
            <a:xfrm>
              <a:off x="7654389" y="2649506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C997971B-4CEB-DAAF-3B46-0E61CD09D5B6}"/>
                </a:ext>
              </a:extLst>
            </p:cNvPr>
            <p:cNvCxnSpPr>
              <a:cxnSpLocks/>
              <a:stCxn id="91" idx="6"/>
              <a:endCxn id="97" idx="2"/>
            </p:cNvCxnSpPr>
            <p:nvPr/>
          </p:nvCxnSpPr>
          <p:spPr>
            <a:xfrm>
              <a:off x="7654389" y="2649506"/>
              <a:ext cx="497018" cy="78266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0557636E-2E06-A804-A260-BCF471DBF5DF}"/>
                </a:ext>
              </a:extLst>
            </p:cNvPr>
            <p:cNvCxnSpPr>
              <a:cxnSpLocks/>
              <a:stCxn id="91" idx="6"/>
              <a:endCxn id="98" idx="1"/>
            </p:cNvCxnSpPr>
            <p:nvPr/>
          </p:nvCxnSpPr>
          <p:spPr>
            <a:xfrm>
              <a:off x="7654389" y="2649506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4AE495B3-5F5B-E2E3-18BD-A6CFCE3CCA7F}"/>
                </a:ext>
              </a:extLst>
            </p:cNvPr>
            <p:cNvCxnSpPr>
              <a:cxnSpLocks/>
              <a:stCxn id="92" idx="6"/>
              <a:endCxn id="95" idx="3"/>
            </p:cNvCxnSpPr>
            <p:nvPr/>
          </p:nvCxnSpPr>
          <p:spPr>
            <a:xfrm flipV="1">
              <a:off x="7654389" y="2347152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7C0062DB-F34B-DEF4-1A14-0594DF30B728}"/>
                </a:ext>
              </a:extLst>
            </p:cNvPr>
            <p:cNvCxnSpPr>
              <a:cxnSpLocks/>
              <a:stCxn id="92" idx="6"/>
              <a:endCxn id="96" idx="3"/>
            </p:cNvCxnSpPr>
            <p:nvPr/>
          </p:nvCxnSpPr>
          <p:spPr>
            <a:xfrm flipV="1">
              <a:off x="7654389" y="2746493"/>
              <a:ext cx="537191" cy="68568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FFC82D0B-6F01-BCD5-1BB8-085BDFAB3754}"/>
                </a:ext>
              </a:extLst>
            </p:cNvPr>
            <p:cNvCxnSpPr>
              <a:cxnSpLocks/>
              <a:stCxn id="92" idx="6"/>
              <a:endCxn id="97" idx="2"/>
            </p:cNvCxnSpPr>
            <p:nvPr/>
          </p:nvCxnSpPr>
          <p:spPr>
            <a:xfrm>
              <a:off x="7654389" y="343217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87CC5081-E2DA-BB69-08FC-DCEBAF3D5155}"/>
                </a:ext>
              </a:extLst>
            </p:cNvPr>
            <p:cNvCxnSpPr>
              <a:cxnSpLocks/>
              <a:stCxn id="92" idx="6"/>
              <a:endCxn id="98" idx="2"/>
            </p:cNvCxnSpPr>
            <p:nvPr/>
          </p:nvCxnSpPr>
          <p:spPr>
            <a:xfrm>
              <a:off x="7654389" y="3432175"/>
              <a:ext cx="497018" cy="40412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BABA2B03-7320-8F42-937F-9E586010ED63}"/>
                </a:ext>
              </a:extLst>
            </p:cNvPr>
            <p:cNvCxnSpPr>
              <a:cxnSpLocks/>
              <a:stCxn id="93" idx="6"/>
              <a:endCxn id="98" idx="2"/>
            </p:cNvCxnSpPr>
            <p:nvPr/>
          </p:nvCxnSpPr>
          <p:spPr>
            <a:xfrm>
              <a:off x="7654389" y="3836297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1CA23614-B9E8-6752-4EEC-92F4EE2A456C}"/>
                </a:ext>
              </a:extLst>
            </p:cNvPr>
            <p:cNvCxnSpPr>
              <a:cxnSpLocks/>
              <a:stCxn id="93" idx="6"/>
              <a:endCxn id="97" idx="3"/>
            </p:cNvCxnSpPr>
            <p:nvPr/>
          </p:nvCxnSpPr>
          <p:spPr>
            <a:xfrm flipV="1">
              <a:off x="7654389" y="3529162"/>
              <a:ext cx="537191" cy="30713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EE5977B3-9203-A74E-515E-6BD2B475858D}"/>
                </a:ext>
              </a:extLst>
            </p:cNvPr>
            <p:cNvCxnSpPr>
              <a:cxnSpLocks/>
              <a:stCxn id="93" idx="6"/>
              <a:endCxn id="96" idx="3"/>
            </p:cNvCxnSpPr>
            <p:nvPr/>
          </p:nvCxnSpPr>
          <p:spPr>
            <a:xfrm flipV="1">
              <a:off x="7654389" y="2746493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10CE65DE-D4E0-D14E-38C6-1E64985159EF}"/>
                </a:ext>
              </a:extLst>
            </p:cNvPr>
            <p:cNvCxnSpPr>
              <a:cxnSpLocks/>
              <a:stCxn id="93" idx="6"/>
              <a:endCxn id="95" idx="3"/>
            </p:cNvCxnSpPr>
            <p:nvPr/>
          </p:nvCxnSpPr>
          <p:spPr>
            <a:xfrm flipV="1">
              <a:off x="7654389" y="2347152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B87C0EB-B27D-A11E-F70A-46CFDC441F6C}"/>
                </a:ext>
              </a:extLst>
            </p:cNvPr>
            <p:cNvSpPr txBox="1"/>
            <p:nvPr/>
          </p:nvSpPr>
          <p:spPr>
            <a:xfrm>
              <a:off x="6974050" y="2016096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74ADCCF-AA05-14C6-7B28-1DB736F84A91}"/>
                </a:ext>
              </a:extLst>
            </p:cNvPr>
            <p:cNvSpPr txBox="1"/>
            <p:nvPr/>
          </p:nvSpPr>
          <p:spPr>
            <a:xfrm>
              <a:off x="6990255" y="2418140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39E0799C-865D-548D-177F-2B4589FED8CE}"/>
                </a:ext>
              </a:extLst>
            </p:cNvPr>
            <p:cNvSpPr txBox="1"/>
            <p:nvPr/>
          </p:nvSpPr>
          <p:spPr>
            <a:xfrm>
              <a:off x="6990255" y="3197293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438A77E3-3E37-8B3D-F8FB-3FEDA1277F20}"/>
                </a:ext>
              </a:extLst>
            </p:cNvPr>
            <p:cNvSpPr txBox="1"/>
            <p:nvPr/>
          </p:nvSpPr>
          <p:spPr>
            <a:xfrm>
              <a:off x="6996398" y="3607010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71C89C50-32A2-2BB1-37A5-114893BF26AF}"/>
                </a:ext>
              </a:extLst>
            </p:cNvPr>
            <p:cNvSpPr/>
            <p:nvPr/>
          </p:nvSpPr>
          <p:spPr>
            <a:xfrm>
              <a:off x="5830784" y="1007352"/>
              <a:ext cx="2689955" cy="308226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DA90B15E-8352-8201-2EB0-9E649A328E78}"/>
              </a:ext>
            </a:extLst>
          </p:cNvPr>
          <p:cNvCxnSpPr>
            <a:cxnSpLocks/>
          </p:cNvCxnSpPr>
          <p:nvPr/>
        </p:nvCxnSpPr>
        <p:spPr>
          <a:xfrm>
            <a:off x="4518819" y="2599491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DFDC585C-FC88-9432-5FFD-E7A2A2DD6032}"/>
              </a:ext>
            </a:extLst>
          </p:cNvPr>
          <p:cNvSpPr txBox="1"/>
          <p:nvPr/>
        </p:nvSpPr>
        <p:spPr>
          <a:xfrm>
            <a:off x="4398086" y="2136429"/>
            <a:ext cx="1061957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</p:txBody>
      </p:sp>
      <p:cxnSp>
        <p:nvCxnSpPr>
          <p:cNvPr id="129" name="Elbow Connector 128">
            <a:extLst>
              <a:ext uri="{FF2B5EF4-FFF2-40B4-BE49-F238E27FC236}">
                <a16:creationId xmlns:a16="http://schemas.microsoft.com/office/drawing/2014/main" id="{A1A6AB8F-966D-9BCF-B6ED-B58FE6F33569}"/>
              </a:ext>
            </a:extLst>
          </p:cNvPr>
          <p:cNvCxnSpPr>
            <a:cxnSpLocks/>
            <a:endCxn id="120" idx="2"/>
          </p:cNvCxnSpPr>
          <p:nvPr/>
        </p:nvCxnSpPr>
        <p:spPr>
          <a:xfrm flipV="1">
            <a:off x="4518820" y="4138585"/>
            <a:ext cx="2393827" cy="1106918"/>
          </a:xfrm>
          <a:prstGeom prst="bentConnector2">
            <a:avLst/>
          </a:prstGeom>
          <a:ln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18DAD03F-5EC7-A5E0-D002-FA82F77CDF6C}"/>
              </a:ext>
            </a:extLst>
          </p:cNvPr>
          <p:cNvSpPr txBox="1"/>
          <p:nvPr/>
        </p:nvSpPr>
        <p:spPr>
          <a:xfrm>
            <a:off x="4637093" y="4851549"/>
            <a:ext cx="2135521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Additional training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39C4678-28F7-41B1-09FD-4FE62897D999}"/>
              </a:ext>
            </a:extLst>
          </p:cNvPr>
          <p:cNvSpPr txBox="1"/>
          <p:nvPr/>
        </p:nvSpPr>
        <p:spPr>
          <a:xfrm>
            <a:off x="81152" y="1216526"/>
            <a:ext cx="1330814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Simulation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5BBAE67-8D7A-2F85-0132-D8746BA6B012}"/>
              </a:ext>
            </a:extLst>
          </p:cNvPr>
          <p:cNvSpPr txBox="1"/>
          <p:nvPr/>
        </p:nvSpPr>
        <p:spPr>
          <a:xfrm>
            <a:off x="279497" y="3985831"/>
            <a:ext cx="93647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Reality</a:t>
            </a:r>
          </a:p>
        </p:txBody>
      </p:sp>
      <p:pic>
        <p:nvPicPr>
          <p:cNvPr id="25" name="Graphic 24" descr="Scientific Thought outline">
            <a:extLst>
              <a:ext uri="{FF2B5EF4-FFF2-40B4-BE49-F238E27FC236}">
                <a16:creationId xmlns:a16="http://schemas.microsoft.com/office/drawing/2014/main" id="{486814C2-DE43-FBC9-9C9B-1D63952F0B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24966" y="925823"/>
            <a:ext cx="975360" cy="97536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C62A216-690A-89AE-3C1F-8E3D391E802F}"/>
              </a:ext>
            </a:extLst>
          </p:cNvPr>
          <p:cNvSpPr txBox="1"/>
          <p:nvPr/>
        </p:nvSpPr>
        <p:spPr>
          <a:xfrm>
            <a:off x="7331619" y="5078837"/>
            <a:ext cx="103265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Physics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8F9634D-7F66-4627-4B34-5C6A8FD7C0D3}"/>
              </a:ext>
            </a:extLst>
          </p:cNvPr>
          <p:cNvCxnSpPr>
            <a:cxnSpLocks/>
          </p:cNvCxnSpPr>
          <p:nvPr/>
        </p:nvCxnSpPr>
        <p:spPr>
          <a:xfrm>
            <a:off x="7854154" y="4169723"/>
            <a:ext cx="0" cy="944215"/>
          </a:xfrm>
          <a:prstGeom prst="line">
            <a:avLst/>
          </a:prstGeom>
          <a:ln>
            <a:solidFill>
              <a:srgbClr val="703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2180B81-926E-46C2-CF5A-89EAF6452396}"/>
                  </a:ext>
                </a:extLst>
              </p:cNvPr>
              <p:cNvSpPr txBox="1"/>
              <p:nvPr/>
            </p:nvSpPr>
            <p:spPr>
              <a:xfrm>
                <a:off x="7300806" y="5472966"/>
                <a:ext cx="1107419" cy="295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ℋ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en-US" sz="192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2180B81-926E-46C2-CF5A-89EAF6452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806" y="5472966"/>
                <a:ext cx="1107419" cy="295466"/>
              </a:xfrm>
              <a:prstGeom prst="rect">
                <a:avLst/>
              </a:prstGeom>
              <a:blipFill>
                <a:blip r:embed="rId11"/>
                <a:stretch>
                  <a:fillRect l="-8046" r="-8046"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2863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6E739-E749-2C8B-AE00-5C171077A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Elbow Connector 140">
            <a:extLst>
              <a:ext uri="{FF2B5EF4-FFF2-40B4-BE49-F238E27FC236}">
                <a16:creationId xmlns:a16="http://schemas.microsoft.com/office/drawing/2014/main" id="{71F98B30-094A-6441-85D1-B977922918C7}"/>
              </a:ext>
            </a:extLst>
          </p:cNvPr>
          <p:cNvCxnSpPr>
            <a:cxnSpLocks/>
          </p:cNvCxnSpPr>
          <p:nvPr/>
        </p:nvCxnSpPr>
        <p:spPr>
          <a:xfrm rot="16200000" flipH="1">
            <a:off x="5147529" y="-3113236"/>
            <a:ext cx="159955" cy="8946699"/>
          </a:xfrm>
          <a:prstGeom prst="bentConnector3">
            <a:avLst>
              <a:gd name="adj1" fmla="val -412217"/>
            </a:avLst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0C9E137-930F-5356-D33F-442A78A0D1A5}"/>
              </a:ext>
            </a:extLst>
          </p:cNvPr>
          <p:cNvSpPr/>
          <p:nvPr/>
        </p:nvSpPr>
        <p:spPr>
          <a:xfrm>
            <a:off x="-737327" y="329552"/>
            <a:ext cx="5904413" cy="979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11" name="Graphic 10" descr="Database outline">
            <a:extLst>
              <a:ext uri="{FF2B5EF4-FFF2-40B4-BE49-F238E27FC236}">
                <a16:creationId xmlns:a16="http://schemas.microsoft.com/office/drawing/2014/main" id="{A3F174B1-07E6-BA58-5417-A44568D975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3144059"/>
            <a:ext cx="1027083" cy="1027083"/>
          </a:xfrm>
          <a:prstGeom prst="rect">
            <a:avLst/>
          </a:prstGeom>
        </p:spPr>
      </p:pic>
      <p:pic>
        <p:nvPicPr>
          <p:cNvPr id="13" name="Graphic 12" descr="Robot outline">
            <a:extLst>
              <a:ext uri="{FF2B5EF4-FFF2-40B4-BE49-F238E27FC236}">
                <a16:creationId xmlns:a16="http://schemas.microsoft.com/office/drawing/2014/main" id="{80CF86ED-42A1-97F5-99CB-D2410A313A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6808" y="1645831"/>
            <a:ext cx="1683540" cy="1683540"/>
          </a:xfrm>
          <a:prstGeom prst="rect">
            <a:avLst/>
          </a:prstGeom>
        </p:spPr>
      </p:pic>
      <p:pic>
        <p:nvPicPr>
          <p:cNvPr id="14" name="Graphic 13" descr="Database outline">
            <a:extLst>
              <a:ext uri="{FF2B5EF4-FFF2-40B4-BE49-F238E27FC236}">
                <a16:creationId xmlns:a16="http://schemas.microsoft.com/office/drawing/2014/main" id="{1D440C20-3B6D-7804-7414-5E10A77FF5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1974060"/>
            <a:ext cx="1027083" cy="1027083"/>
          </a:xfrm>
          <a:prstGeom prst="rect">
            <a:avLst/>
          </a:prstGeom>
        </p:spPr>
      </p:pic>
      <p:pic>
        <p:nvPicPr>
          <p:cNvPr id="15" name="Graphic 14" descr="Database outline">
            <a:extLst>
              <a:ext uri="{FF2B5EF4-FFF2-40B4-BE49-F238E27FC236}">
                <a16:creationId xmlns:a16="http://schemas.microsoft.com/office/drawing/2014/main" id="{1E59DE58-BD92-8AD8-9621-70E0FE9EDD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804061"/>
            <a:ext cx="1027083" cy="102708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F22527D-F26F-A776-9774-2E4FE0B37616}"/>
              </a:ext>
            </a:extLst>
          </p:cNvPr>
          <p:cNvSpPr txBox="1"/>
          <p:nvPr/>
        </p:nvSpPr>
        <p:spPr>
          <a:xfrm rot="5400000">
            <a:off x="2327351" y="170870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7F2918-0959-A32C-998B-36D3C6FADF04}"/>
              </a:ext>
            </a:extLst>
          </p:cNvPr>
          <p:cNvSpPr txBox="1"/>
          <p:nvPr/>
        </p:nvSpPr>
        <p:spPr>
          <a:xfrm rot="5400000">
            <a:off x="2327351" y="2878701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35" name="Graphic 34" descr="Man outline">
            <a:extLst>
              <a:ext uri="{FF2B5EF4-FFF2-40B4-BE49-F238E27FC236}">
                <a16:creationId xmlns:a16="http://schemas.microsoft.com/office/drawing/2014/main" id="{9571A83B-5CD8-DF16-D4D8-B25F691621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1292" y="4379785"/>
            <a:ext cx="1683540" cy="1683540"/>
          </a:xfrm>
          <a:prstGeom prst="rect">
            <a:avLst/>
          </a:prstGeom>
        </p:spPr>
      </p:pic>
      <p:pic>
        <p:nvPicPr>
          <p:cNvPr id="36" name="Graphic 35" descr="Database outline">
            <a:extLst>
              <a:ext uri="{FF2B5EF4-FFF2-40B4-BE49-F238E27FC236}">
                <a16:creationId xmlns:a16="http://schemas.microsoft.com/office/drawing/2014/main" id="{FF7CA8DD-FDA7-2816-9FC4-FC6590386E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43218" y="4734552"/>
            <a:ext cx="1027083" cy="1027083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6E07667-E4B6-8691-DDFF-CB230BDE3905}"/>
              </a:ext>
            </a:extLst>
          </p:cNvPr>
          <p:cNvCxnSpPr>
            <a:cxnSpLocks/>
          </p:cNvCxnSpPr>
          <p:nvPr/>
        </p:nvCxnSpPr>
        <p:spPr>
          <a:xfrm flipV="1">
            <a:off x="1285163" y="1493932"/>
            <a:ext cx="758055" cy="493076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227F4A7-E101-0A1E-E9A8-B0B65022B10F}"/>
              </a:ext>
            </a:extLst>
          </p:cNvPr>
          <p:cNvCxnSpPr>
            <a:cxnSpLocks/>
          </p:cNvCxnSpPr>
          <p:nvPr/>
        </p:nvCxnSpPr>
        <p:spPr>
          <a:xfrm>
            <a:off x="1280702" y="2487600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6CD25CF-640C-099B-37D7-FA21C6677786}"/>
              </a:ext>
            </a:extLst>
          </p:cNvPr>
          <p:cNvCxnSpPr>
            <a:cxnSpLocks/>
          </p:cNvCxnSpPr>
          <p:nvPr/>
        </p:nvCxnSpPr>
        <p:spPr>
          <a:xfrm>
            <a:off x="1280702" y="2999724"/>
            <a:ext cx="815398" cy="514959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72C677F-0682-9F2C-31E7-2DB79E9891B8}"/>
              </a:ext>
            </a:extLst>
          </p:cNvPr>
          <p:cNvCxnSpPr>
            <a:cxnSpLocks/>
          </p:cNvCxnSpPr>
          <p:nvPr/>
        </p:nvCxnSpPr>
        <p:spPr>
          <a:xfrm>
            <a:off x="1314779" y="5249470"/>
            <a:ext cx="815398" cy="0"/>
          </a:xfrm>
          <a:prstGeom prst="line">
            <a:avLst/>
          </a:prstGeom>
          <a:ln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Graphic 53" descr="Database outline">
            <a:extLst>
              <a:ext uri="{FF2B5EF4-FFF2-40B4-BE49-F238E27FC236}">
                <a16:creationId xmlns:a16="http://schemas.microsoft.com/office/drawing/2014/main" id="{EAE10952-D8C0-6181-9669-EAAC316A21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3142640"/>
            <a:ext cx="1027083" cy="1027083"/>
          </a:xfrm>
          <a:prstGeom prst="rect">
            <a:avLst/>
          </a:prstGeom>
        </p:spPr>
      </p:pic>
      <p:pic>
        <p:nvPicPr>
          <p:cNvPr id="55" name="Graphic 54" descr="Database outline">
            <a:extLst>
              <a:ext uri="{FF2B5EF4-FFF2-40B4-BE49-F238E27FC236}">
                <a16:creationId xmlns:a16="http://schemas.microsoft.com/office/drawing/2014/main" id="{007C05B1-6A7B-724F-5D6A-CBE4BE3956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1972641"/>
            <a:ext cx="1027083" cy="1027083"/>
          </a:xfrm>
          <a:prstGeom prst="rect">
            <a:avLst/>
          </a:prstGeom>
        </p:spPr>
      </p:pic>
      <p:pic>
        <p:nvPicPr>
          <p:cNvPr id="56" name="Graphic 55" descr="Database outline">
            <a:extLst>
              <a:ext uri="{FF2B5EF4-FFF2-40B4-BE49-F238E27FC236}">
                <a16:creationId xmlns:a16="http://schemas.microsoft.com/office/drawing/2014/main" id="{451EACB1-A0C8-90C8-2C4B-9F74B784AE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802642"/>
            <a:ext cx="1027083" cy="102708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1C0BEC44-FC36-693E-CE28-C2F45F173911}"/>
              </a:ext>
            </a:extLst>
          </p:cNvPr>
          <p:cNvSpPr txBox="1"/>
          <p:nvPr/>
        </p:nvSpPr>
        <p:spPr>
          <a:xfrm rot="5400000">
            <a:off x="3040598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6056AD9-0292-6232-7DF4-C6E00EBE2C13}"/>
              </a:ext>
            </a:extLst>
          </p:cNvPr>
          <p:cNvSpPr txBox="1"/>
          <p:nvPr/>
        </p:nvSpPr>
        <p:spPr>
          <a:xfrm rot="5400000">
            <a:off x="3040598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59" name="Graphic 58" descr="Database outline">
            <a:extLst>
              <a:ext uri="{FF2B5EF4-FFF2-40B4-BE49-F238E27FC236}">
                <a16:creationId xmlns:a16="http://schemas.microsoft.com/office/drawing/2014/main" id="{2BAA5ACD-6CFF-CA43-29C7-3C7FFE5F6C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3142640"/>
            <a:ext cx="1027083" cy="1027083"/>
          </a:xfrm>
          <a:prstGeom prst="rect">
            <a:avLst/>
          </a:prstGeom>
        </p:spPr>
      </p:pic>
      <p:pic>
        <p:nvPicPr>
          <p:cNvPr id="60" name="Graphic 59" descr="Database outline">
            <a:extLst>
              <a:ext uri="{FF2B5EF4-FFF2-40B4-BE49-F238E27FC236}">
                <a16:creationId xmlns:a16="http://schemas.microsoft.com/office/drawing/2014/main" id="{A34D046E-EC53-BCC5-DC1F-9205F248BD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1972641"/>
            <a:ext cx="1027083" cy="1027083"/>
          </a:xfrm>
          <a:prstGeom prst="rect">
            <a:avLst/>
          </a:prstGeom>
        </p:spPr>
      </p:pic>
      <p:pic>
        <p:nvPicPr>
          <p:cNvPr id="61" name="Graphic 60" descr="Database outline">
            <a:extLst>
              <a:ext uri="{FF2B5EF4-FFF2-40B4-BE49-F238E27FC236}">
                <a16:creationId xmlns:a16="http://schemas.microsoft.com/office/drawing/2014/main" id="{3E1BD76D-DF9B-0B9F-1365-E49D3D8C73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802642"/>
            <a:ext cx="1027083" cy="102708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34B5F25D-B3FA-2C38-4560-1AD80E579C6B}"/>
              </a:ext>
            </a:extLst>
          </p:cNvPr>
          <p:cNvSpPr txBox="1"/>
          <p:nvPr/>
        </p:nvSpPr>
        <p:spPr>
          <a:xfrm rot="5400000">
            <a:off x="3760014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6FADC95-1012-B9DC-6EB1-6DB3CB78A645}"/>
              </a:ext>
            </a:extLst>
          </p:cNvPr>
          <p:cNvSpPr txBox="1"/>
          <p:nvPr/>
        </p:nvSpPr>
        <p:spPr>
          <a:xfrm rot="5400000">
            <a:off x="3760014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B4F4516-79A4-361F-C108-F31A7737E012}"/>
              </a:ext>
            </a:extLst>
          </p:cNvPr>
          <p:cNvSpPr/>
          <p:nvPr/>
        </p:nvSpPr>
        <p:spPr>
          <a:xfrm>
            <a:off x="2150134" y="850845"/>
            <a:ext cx="2239055" cy="328774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6946DE-0162-8D6B-5F2D-97EDBD30FB31}"/>
              </a:ext>
            </a:extLst>
          </p:cNvPr>
          <p:cNvSpPr/>
          <p:nvPr/>
        </p:nvSpPr>
        <p:spPr>
          <a:xfrm>
            <a:off x="2161491" y="4679400"/>
            <a:ext cx="2239055" cy="113220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phic 2" descr="Database outline">
            <a:extLst>
              <a:ext uri="{FF2B5EF4-FFF2-40B4-BE49-F238E27FC236}">
                <a16:creationId xmlns:a16="http://schemas.microsoft.com/office/drawing/2014/main" id="{F640E398-1FB6-24AF-F9AA-DEFB45AFBE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6335" y="4733134"/>
            <a:ext cx="1027083" cy="1027083"/>
          </a:xfrm>
          <a:prstGeom prst="rect">
            <a:avLst/>
          </a:prstGeom>
        </p:spPr>
      </p:pic>
      <p:pic>
        <p:nvPicPr>
          <p:cNvPr id="4" name="Graphic 3" descr="Database outline">
            <a:extLst>
              <a:ext uri="{FF2B5EF4-FFF2-40B4-BE49-F238E27FC236}">
                <a16:creationId xmlns:a16="http://schemas.microsoft.com/office/drawing/2014/main" id="{11D234A7-4412-B38C-8289-7A6216C335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1736" y="4738646"/>
            <a:ext cx="1027083" cy="1027083"/>
          </a:xfrm>
          <a:prstGeom prst="rect">
            <a:avLst/>
          </a:prstGeom>
        </p:spPr>
      </p:pic>
      <p:grpSp>
        <p:nvGrpSpPr>
          <p:cNvPr id="121" name="Group 120">
            <a:extLst>
              <a:ext uri="{FF2B5EF4-FFF2-40B4-BE49-F238E27FC236}">
                <a16:creationId xmlns:a16="http://schemas.microsoft.com/office/drawing/2014/main" id="{142B4848-9F3D-8E78-1A70-2191809D45BF}"/>
              </a:ext>
            </a:extLst>
          </p:cNvPr>
          <p:cNvGrpSpPr/>
          <p:nvPr/>
        </p:nvGrpSpPr>
        <p:grpSpPr>
          <a:xfrm>
            <a:off x="5478003" y="850840"/>
            <a:ext cx="2869285" cy="3287745"/>
            <a:chOff x="5830784" y="1007352"/>
            <a:chExt cx="2689955" cy="3082261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5941EC8-2FD4-5603-21DF-90DBE03A33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7533B7C-907D-A288-9752-13BACDB928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BB4B74B-9019-10EA-2750-8CCD6BE7B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C0999E0-36E3-FF37-98D4-47CF5E56D8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4EA3F09-0341-DC5D-AE45-8DA9B0858077}"/>
                </a:ext>
              </a:extLst>
            </p:cNvPr>
            <p:cNvSpPr txBox="1"/>
            <p:nvPr/>
          </p:nvSpPr>
          <p:spPr>
            <a:xfrm rot="5400000">
              <a:off x="5938345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3DAD5AB-78E6-EE19-10CC-404E57573C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01413A1-FDFD-B61C-A257-2C3166321A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7C1464D-D1E5-A075-7071-B83123B002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39F9530-18AC-6045-D569-B5CD22E648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D179AC6-C2C7-6D51-A020-D31DA4D3F636}"/>
                </a:ext>
              </a:extLst>
            </p:cNvPr>
            <p:cNvSpPr txBox="1"/>
            <p:nvPr/>
          </p:nvSpPr>
          <p:spPr>
            <a:xfrm rot="5400000">
              <a:off x="6709683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C1DB64E-707E-C50C-416A-C8657723F599}"/>
                </a:ext>
              </a:extLst>
            </p:cNvPr>
            <p:cNvCxnSpPr>
              <a:stCxn id="6" idx="6"/>
              <a:endCxn id="12" idx="2"/>
            </p:cNvCxnSpPr>
            <p:nvPr/>
          </p:nvCxnSpPr>
          <p:spPr>
            <a:xfrm>
              <a:off x="6230277" y="225016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E3FF214-25C4-ED13-8FBB-23D8AA00E74A}"/>
                </a:ext>
              </a:extLst>
            </p:cNvPr>
            <p:cNvCxnSpPr>
              <a:cxnSpLocks/>
              <a:stCxn id="6" idx="6"/>
              <a:endCxn id="16" idx="2"/>
            </p:cNvCxnSpPr>
            <p:nvPr/>
          </p:nvCxnSpPr>
          <p:spPr>
            <a:xfrm>
              <a:off x="6230277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FEBF016-D637-5F06-E35C-8E8418864EEC}"/>
                </a:ext>
              </a:extLst>
            </p:cNvPr>
            <p:cNvCxnSpPr>
              <a:cxnSpLocks/>
              <a:stCxn id="6" idx="6"/>
              <a:endCxn id="17" idx="1"/>
            </p:cNvCxnSpPr>
            <p:nvPr/>
          </p:nvCxnSpPr>
          <p:spPr>
            <a:xfrm>
              <a:off x="6230277" y="2250165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775450C2-9A15-A6E9-4EC7-69B644B2D3BF}"/>
                </a:ext>
              </a:extLst>
            </p:cNvPr>
            <p:cNvCxnSpPr>
              <a:cxnSpLocks/>
              <a:stCxn id="6" idx="6"/>
              <a:endCxn id="18" idx="1"/>
            </p:cNvCxnSpPr>
            <p:nvPr/>
          </p:nvCxnSpPr>
          <p:spPr>
            <a:xfrm>
              <a:off x="6230277" y="2250165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00FBD94-B692-138F-FD3C-F27611C82064}"/>
                </a:ext>
              </a:extLst>
            </p:cNvPr>
            <p:cNvCxnSpPr>
              <a:cxnSpLocks/>
              <a:stCxn id="7" idx="6"/>
              <a:endCxn id="12" idx="2"/>
            </p:cNvCxnSpPr>
            <p:nvPr/>
          </p:nvCxnSpPr>
          <p:spPr>
            <a:xfrm flipV="1">
              <a:off x="6230277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0D747FC0-800F-C5DF-8990-FC6993517DAD}"/>
                </a:ext>
              </a:extLst>
            </p:cNvPr>
            <p:cNvCxnSpPr>
              <a:cxnSpLocks/>
              <a:stCxn id="7" idx="6"/>
              <a:endCxn id="16" idx="2"/>
            </p:cNvCxnSpPr>
            <p:nvPr/>
          </p:nvCxnSpPr>
          <p:spPr>
            <a:xfrm>
              <a:off x="6230277" y="2649506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E01619EA-06A1-DCDB-833A-7BE10D1356F1}"/>
                </a:ext>
              </a:extLst>
            </p:cNvPr>
            <p:cNvCxnSpPr>
              <a:cxnSpLocks/>
              <a:stCxn id="7" idx="6"/>
              <a:endCxn id="17" idx="2"/>
            </p:cNvCxnSpPr>
            <p:nvPr/>
          </p:nvCxnSpPr>
          <p:spPr>
            <a:xfrm>
              <a:off x="6230277" y="2649506"/>
              <a:ext cx="497018" cy="78266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8B697097-3A3B-56A6-0034-69AB8BB4BB55}"/>
                </a:ext>
              </a:extLst>
            </p:cNvPr>
            <p:cNvCxnSpPr>
              <a:cxnSpLocks/>
              <a:stCxn id="7" idx="6"/>
              <a:endCxn id="18" idx="1"/>
            </p:cNvCxnSpPr>
            <p:nvPr/>
          </p:nvCxnSpPr>
          <p:spPr>
            <a:xfrm>
              <a:off x="6230277" y="2649506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3C08BCFA-73D5-208B-500B-114FBB7B9964}"/>
                </a:ext>
              </a:extLst>
            </p:cNvPr>
            <p:cNvCxnSpPr>
              <a:cxnSpLocks/>
              <a:stCxn id="8" idx="6"/>
              <a:endCxn id="12" idx="3"/>
            </p:cNvCxnSpPr>
            <p:nvPr/>
          </p:nvCxnSpPr>
          <p:spPr>
            <a:xfrm flipV="1">
              <a:off x="6230277" y="2347152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57BFD85B-8AB6-A545-66CF-DB04A4E63C7E}"/>
                </a:ext>
              </a:extLst>
            </p:cNvPr>
            <p:cNvCxnSpPr>
              <a:cxnSpLocks/>
              <a:stCxn id="8" idx="6"/>
              <a:endCxn id="16" idx="3"/>
            </p:cNvCxnSpPr>
            <p:nvPr/>
          </p:nvCxnSpPr>
          <p:spPr>
            <a:xfrm flipV="1">
              <a:off x="6230277" y="2746493"/>
              <a:ext cx="537191" cy="68568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2CE17C70-875E-D3C6-A4F2-B3A78C9CF6F4}"/>
                </a:ext>
              </a:extLst>
            </p:cNvPr>
            <p:cNvCxnSpPr>
              <a:cxnSpLocks/>
              <a:stCxn id="8" idx="6"/>
              <a:endCxn id="17" idx="2"/>
            </p:cNvCxnSpPr>
            <p:nvPr/>
          </p:nvCxnSpPr>
          <p:spPr>
            <a:xfrm>
              <a:off x="6230277" y="343217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C0514C22-20CB-A54E-1914-9B554EC20A98}"/>
                </a:ext>
              </a:extLst>
            </p:cNvPr>
            <p:cNvCxnSpPr>
              <a:cxnSpLocks/>
              <a:stCxn id="8" idx="6"/>
              <a:endCxn id="18" idx="2"/>
            </p:cNvCxnSpPr>
            <p:nvPr/>
          </p:nvCxnSpPr>
          <p:spPr>
            <a:xfrm>
              <a:off x="6230277" y="3432175"/>
              <a:ext cx="497018" cy="40412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D3EBC74C-56D3-D3FD-54B5-F2565FD2C3DB}"/>
                </a:ext>
              </a:extLst>
            </p:cNvPr>
            <p:cNvCxnSpPr>
              <a:cxnSpLocks/>
              <a:stCxn id="9" idx="6"/>
              <a:endCxn id="18" idx="2"/>
            </p:cNvCxnSpPr>
            <p:nvPr/>
          </p:nvCxnSpPr>
          <p:spPr>
            <a:xfrm>
              <a:off x="6230277" y="3836297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F796A660-9A39-F705-8DF3-BF1AB14A0DF4}"/>
                </a:ext>
              </a:extLst>
            </p:cNvPr>
            <p:cNvCxnSpPr>
              <a:cxnSpLocks/>
              <a:stCxn id="9" idx="6"/>
              <a:endCxn id="17" idx="3"/>
            </p:cNvCxnSpPr>
            <p:nvPr/>
          </p:nvCxnSpPr>
          <p:spPr>
            <a:xfrm flipV="1">
              <a:off x="6230277" y="3529162"/>
              <a:ext cx="537191" cy="30713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BF7A873D-CFAB-8A0C-F3A7-4F5A6B202D45}"/>
                </a:ext>
              </a:extLst>
            </p:cNvPr>
            <p:cNvCxnSpPr>
              <a:cxnSpLocks/>
              <a:stCxn id="9" idx="6"/>
              <a:endCxn id="16" idx="3"/>
            </p:cNvCxnSpPr>
            <p:nvPr/>
          </p:nvCxnSpPr>
          <p:spPr>
            <a:xfrm flipV="1">
              <a:off x="6230277" y="2746493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A7BFAC6C-D9BC-0F3E-A6D9-01566F15FFC0}"/>
                </a:ext>
              </a:extLst>
            </p:cNvPr>
            <p:cNvCxnSpPr>
              <a:cxnSpLocks/>
              <a:stCxn id="9" idx="6"/>
              <a:endCxn id="12" idx="3"/>
            </p:cNvCxnSpPr>
            <p:nvPr/>
          </p:nvCxnSpPr>
          <p:spPr>
            <a:xfrm flipV="1">
              <a:off x="6230277" y="2347152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69A3209B-2467-8704-930B-B82474C482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D3F023DE-B63C-F1E2-41FE-1F2466ACE2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21E31A87-B527-7C26-D72C-B0688C86B5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A542FDEE-D5DB-3033-F049-5EC481195C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840B53A-A79A-2D75-D24C-248AB4F074C4}"/>
                </a:ext>
              </a:extLst>
            </p:cNvPr>
            <p:cNvSpPr txBox="1"/>
            <p:nvPr/>
          </p:nvSpPr>
          <p:spPr>
            <a:xfrm rot="5400000">
              <a:off x="7362457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B9DEF4A5-9D9D-8783-0B17-5E263E6C5B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B17E807A-6438-1E55-F0AC-CB97483475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265647BD-275F-CD29-5FB4-D50FEB7150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E33F329B-5D5F-958F-7D18-340F69C938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6C1BD09A-2C97-1D3F-28C9-E5D11D97E62D}"/>
                </a:ext>
              </a:extLst>
            </p:cNvPr>
            <p:cNvSpPr txBox="1"/>
            <p:nvPr/>
          </p:nvSpPr>
          <p:spPr>
            <a:xfrm rot="5400000">
              <a:off x="8133795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2709F20C-AA02-27BC-6321-5DB92FF5C95F}"/>
                </a:ext>
              </a:extLst>
            </p:cNvPr>
            <p:cNvCxnSpPr>
              <a:stCxn id="90" idx="6"/>
              <a:endCxn id="95" idx="2"/>
            </p:cNvCxnSpPr>
            <p:nvPr/>
          </p:nvCxnSpPr>
          <p:spPr>
            <a:xfrm>
              <a:off x="7654389" y="225016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5EF66A10-81EB-769F-2232-CE4DD57F1F88}"/>
                </a:ext>
              </a:extLst>
            </p:cNvPr>
            <p:cNvCxnSpPr>
              <a:cxnSpLocks/>
              <a:stCxn id="90" idx="6"/>
              <a:endCxn id="96" idx="2"/>
            </p:cNvCxnSpPr>
            <p:nvPr/>
          </p:nvCxnSpPr>
          <p:spPr>
            <a:xfrm>
              <a:off x="7654389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1D25EE07-5712-3780-29DB-CC61FF58D7B2}"/>
                </a:ext>
              </a:extLst>
            </p:cNvPr>
            <p:cNvCxnSpPr>
              <a:cxnSpLocks/>
              <a:stCxn id="90" idx="6"/>
              <a:endCxn id="97" idx="1"/>
            </p:cNvCxnSpPr>
            <p:nvPr/>
          </p:nvCxnSpPr>
          <p:spPr>
            <a:xfrm>
              <a:off x="7654389" y="2250165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A981A475-4F00-5757-6940-1E7FADA6D5B8}"/>
                </a:ext>
              </a:extLst>
            </p:cNvPr>
            <p:cNvCxnSpPr>
              <a:cxnSpLocks/>
              <a:stCxn id="90" idx="6"/>
              <a:endCxn id="98" idx="1"/>
            </p:cNvCxnSpPr>
            <p:nvPr/>
          </p:nvCxnSpPr>
          <p:spPr>
            <a:xfrm>
              <a:off x="7654389" y="2250165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CD4F5660-6C53-579E-048E-3A5C6FD8BFA5}"/>
                </a:ext>
              </a:extLst>
            </p:cNvPr>
            <p:cNvCxnSpPr>
              <a:cxnSpLocks/>
              <a:stCxn id="91" idx="6"/>
              <a:endCxn id="95" idx="2"/>
            </p:cNvCxnSpPr>
            <p:nvPr/>
          </p:nvCxnSpPr>
          <p:spPr>
            <a:xfrm flipV="1">
              <a:off x="7654389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26319E87-839E-5B20-FD84-27F7827D4097}"/>
                </a:ext>
              </a:extLst>
            </p:cNvPr>
            <p:cNvCxnSpPr>
              <a:cxnSpLocks/>
              <a:stCxn id="91" idx="6"/>
              <a:endCxn id="96" idx="2"/>
            </p:cNvCxnSpPr>
            <p:nvPr/>
          </p:nvCxnSpPr>
          <p:spPr>
            <a:xfrm>
              <a:off x="7654389" y="2649506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36FA0C0E-0B7D-9728-2C2D-5805C4D01B2A}"/>
                </a:ext>
              </a:extLst>
            </p:cNvPr>
            <p:cNvCxnSpPr>
              <a:cxnSpLocks/>
              <a:stCxn id="91" idx="6"/>
              <a:endCxn id="97" idx="2"/>
            </p:cNvCxnSpPr>
            <p:nvPr/>
          </p:nvCxnSpPr>
          <p:spPr>
            <a:xfrm>
              <a:off x="7654389" y="2649506"/>
              <a:ext cx="497018" cy="78266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AEF319CB-D5C6-D2D2-39AD-9E94DB965E4B}"/>
                </a:ext>
              </a:extLst>
            </p:cNvPr>
            <p:cNvCxnSpPr>
              <a:cxnSpLocks/>
              <a:stCxn id="91" idx="6"/>
              <a:endCxn id="98" idx="1"/>
            </p:cNvCxnSpPr>
            <p:nvPr/>
          </p:nvCxnSpPr>
          <p:spPr>
            <a:xfrm>
              <a:off x="7654389" y="2649506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C72F7698-17DA-D8DD-FB06-E32C688A550A}"/>
                </a:ext>
              </a:extLst>
            </p:cNvPr>
            <p:cNvCxnSpPr>
              <a:cxnSpLocks/>
              <a:stCxn id="92" idx="6"/>
              <a:endCxn id="95" idx="3"/>
            </p:cNvCxnSpPr>
            <p:nvPr/>
          </p:nvCxnSpPr>
          <p:spPr>
            <a:xfrm flipV="1">
              <a:off x="7654389" y="2347152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6C9AF793-5F12-6BC7-8ABB-9B02202E1917}"/>
                </a:ext>
              </a:extLst>
            </p:cNvPr>
            <p:cNvCxnSpPr>
              <a:cxnSpLocks/>
              <a:stCxn id="92" idx="6"/>
              <a:endCxn id="96" idx="3"/>
            </p:cNvCxnSpPr>
            <p:nvPr/>
          </p:nvCxnSpPr>
          <p:spPr>
            <a:xfrm flipV="1">
              <a:off x="7654389" y="2746493"/>
              <a:ext cx="537191" cy="68568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AB419D81-D6AD-5923-C353-8860BFDA81A0}"/>
                </a:ext>
              </a:extLst>
            </p:cNvPr>
            <p:cNvCxnSpPr>
              <a:cxnSpLocks/>
              <a:stCxn id="92" idx="6"/>
              <a:endCxn id="97" idx="2"/>
            </p:cNvCxnSpPr>
            <p:nvPr/>
          </p:nvCxnSpPr>
          <p:spPr>
            <a:xfrm>
              <a:off x="7654389" y="343217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FA207A12-35AD-C684-AFFB-8C2E0610A6EC}"/>
                </a:ext>
              </a:extLst>
            </p:cNvPr>
            <p:cNvCxnSpPr>
              <a:cxnSpLocks/>
              <a:stCxn id="92" idx="6"/>
              <a:endCxn id="98" idx="2"/>
            </p:cNvCxnSpPr>
            <p:nvPr/>
          </p:nvCxnSpPr>
          <p:spPr>
            <a:xfrm>
              <a:off x="7654389" y="3432175"/>
              <a:ext cx="497018" cy="40412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A775F954-6CEF-7AE9-F618-B15766D3BB9E}"/>
                </a:ext>
              </a:extLst>
            </p:cNvPr>
            <p:cNvCxnSpPr>
              <a:cxnSpLocks/>
              <a:stCxn id="93" idx="6"/>
              <a:endCxn id="98" idx="2"/>
            </p:cNvCxnSpPr>
            <p:nvPr/>
          </p:nvCxnSpPr>
          <p:spPr>
            <a:xfrm>
              <a:off x="7654389" y="3836297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4DEA25CC-D2F0-0079-2D56-FCCC396EC2DE}"/>
                </a:ext>
              </a:extLst>
            </p:cNvPr>
            <p:cNvCxnSpPr>
              <a:cxnSpLocks/>
              <a:stCxn id="93" idx="6"/>
              <a:endCxn id="97" idx="3"/>
            </p:cNvCxnSpPr>
            <p:nvPr/>
          </p:nvCxnSpPr>
          <p:spPr>
            <a:xfrm flipV="1">
              <a:off x="7654389" y="3529162"/>
              <a:ext cx="537191" cy="30713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A40F7F6B-73DA-CABB-6101-DC840C668EF1}"/>
                </a:ext>
              </a:extLst>
            </p:cNvPr>
            <p:cNvCxnSpPr>
              <a:cxnSpLocks/>
              <a:stCxn id="93" idx="6"/>
              <a:endCxn id="96" idx="3"/>
            </p:cNvCxnSpPr>
            <p:nvPr/>
          </p:nvCxnSpPr>
          <p:spPr>
            <a:xfrm flipV="1">
              <a:off x="7654389" y="2746493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14E9C874-74EC-7EE1-AED8-E014DEDA5D52}"/>
                </a:ext>
              </a:extLst>
            </p:cNvPr>
            <p:cNvCxnSpPr>
              <a:cxnSpLocks/>
              <a:stCxn id="93" idx="6"/>
              <a:endCxn id="95" idx="3"/>
            </p:cNvCxnSpPr>
            <p:nvPr/>
          </p:nvCxnSpPr>
          <p:spPr>
            <a:xfrm flipV="1">
              <a:off x="7654389" y="2347152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0E9E99F4-4CE1-2DF9-69C0-FDAE8F2E39D7}"/>
                </a:ext>
              </a:extLst>
            </p:cNvPr>
            <p:cNvSpPr txBox="1"/>
            <p:nvPr/>
          </p:nvSpPr>
          <p:spPr>
            <a:xfrm>
              <a:off x="6974050" y="2016096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34BF4248-FCFF-1FE3-0495-89275012783B}"/>
                </a:ext>
              </a:extLst>
            </p:cNvPr>
            <p:cNvSpPr txBox="1"/>
            <p:nvPr/>
          </p:nvSpPr>
          <p:spPr>
            <a:xfrm>
              <a:off x="6990255" y="2418140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33E8C4CD-86C2-CF2A-78C1-15F1B376CC5D}"/>
                </a:ext>
              </a:extLst>
            </p:cNvPr>
            <p:cNvSpPr txBox="1"/>
            <p:nvPr/>
          </p:nvSpPr>
          <p:spPr>
            <a:xfrm>
              <a:off x="6990255" y="3197293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951D53A7-050F-2D4C-F331-CA9186DEE3A6}"/>
                </a:ext>
              </a:extLst>
            </p:cNvPr>
            <p:cNvSpPr txBox="1"/>
            <p:nvPr/>
          </p:nvSpPr>
          <p:spPr>
            <a:xfrm>
              <a:off x="6996398" y="3607010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A790FE56-014F-3D3C-CBFA-62B3811E30D9}"/>
                </a:ext>
              </a:extLst>
            </p:cNvPr>
            <p:cNvSpPr/>
            <p:nvPr/>
          </p:nvSpPr>
          <p:spPr>
            <a:xfrm>
              <a:off x="5830784" y="1007352"/>
              <a:ext cx="2689955" cy="308226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6308C28-E78A-9AAA-DDC9-7850B92AFD35}"/>
              </a:ext>
            </a:extLst>
          </p:cNvPr>
          <p:cNvCxnSpPr>
            <a:cxnSpLocks/>
          </p:cNvCxnSpPr>
          <p:nvPr/>
        </p:nvCxnSpPr>
        <p:spPr>
          <a:xfrm>
            <a:off x="4518819" y="2599491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12343E9A-7049-51BD-A36C-444B0938D297}"/>
              </a:ext>
            </a:extLst>
          </p:cNvPr>
          <p:cNvSpPr txBox="1"/>
          <p:nvPr/>
        </p:nvSpPr>
        <p:spPr>
          <a:xfrm>
            <a:off x="4398086" y="2136429"/>
            <a:ext cx="1061957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</p:txBody>
      </p:sp>
      <p:cxnSp>
        <p:nvCxnSpPr>
          <p:cNvPr id="129" name="Elbow Connector 128">
            <a:extLst>
              <a:ext uri="{FF2B5EF4-FFF2-40B4-BE49-F238E27FC236}">
                <a16:creationId xmlns:a16="http://schemas.microsoft.com/office/drawing/2014/main" id="{AF72E721-30DE-930B-22B9-4735F7655B00}"/>
              </a:ext>
            </a:extLst>
          </p:cNvPr>
          <p:cNvCxnSpPr>
            <a:cxnSpLocks/>
            <a:endCxn id="120" idx="2"/>
          </p:cNvCxnSpPr>
          <p:nvPr/>
        </p:nvCxnSpPr>
        <p:spPr>
          <a:xfrm flipV="1">
            <a:off x="4518820" y="4138585"/>
            <a:ext cx="2393827" cy="1106918"/>
          </a:xfrm>
          <a:prstGeom prst="bentConnector2">
            <a:avLst/>
          </a:prstGeom>
          <a:ln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DA8E06E4-D056-3E7A-B16E-25D3E89DBB72}"/>
              </a:ext>
            </a:extLst>
          </p:cNvPr>
          <p:cNvSpPr txBox="1"/>
          <p:nvPr/>
        </p:nvSpPr>
        <p:spPr>
          <a:xfrm>
            <a:off x="4637093" y="4851549"/>
            <a:ext cx="2135521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Additional training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801F2AC5-2D71-28C7-A072-9B5F25A48828}"/>
              </a:ext>
            </a:extLst>
          </p:cNvPr>
          <p:cNvSpPr txBox="1"/>
          <p:nvPr/>
        </p:nvSpPr>
        <p:spPr>
          <a:xfrm>
            <a:off x="81152" y="1216526"/>
            <a:ext cx="1330814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Simulation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39C6721-0258-766A-47EC-6450393124D4}"/>
              </a:ext>
            </a:extLst>
          </p:cNvPr>
          <p:cNvSpPr txBox="1"/>
          <p:nvPr/>
        </p:nvSpPr>
        <p:spPr>
          <a:xfrm>
            <a:off x="279497" y="3985831"/>
            <a:ext cx="93647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Reality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F2C6E3A-7529-0CA9-D18A-31660D8A6202}"/>
              </a:ext>
            </a:extLst>
          </p:cNvPr>
          <p:cNvCxnSpPr>
            <a:cxnSpLocks/>
          </p:cNvCxnSpPr>
          <p:nvPr/>
        </p:nvCxnSpPr>
        <p:spPr>
          <a:xfrm>
            <a:off x="8407502" y="2599491"/>
            <a:ext cx="72009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4AA26125-6DE4-37C3-CD9B-2FACC8F222B8}"/>
              </a:ext>
            </a:extLst>
          </p:cNvPr>
          <p:cNvSpPr txBox="1"/>
          <p:nvPr/>
        </p:nvSpPr>
        <p:spPr>
          <a:xfrm>
            <a:off x="8822666" y="1376481"/>
            <a:ext cx="174278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New materials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6D52FC3A-B763-0D79-9618-AD5E016F6C51}"/>
              </a:ext>
            </a:extLst>
          </p:cNvPr>
          <p:cNvSpPr txBox="1"/>
          <p:nvPr/>
        </p:nvSpPr>
        <p:spPr>
          <a:xfrm>
            <a:off x="7331619" y="5078837"/>
            <a:ext cx="103265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Physics</a:t>
            </a:r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B85C0548-676A-0566-467A-02284BF5EF3E}"/>
              </a:ext>
            </a:extLst>
          </p:cNvPr>
          <p:cNvCxnSpPr>
            <a:cxnSpLocks/>
          </p:cNvCxnSpPr>
          <p:nvPr/>
        </p:nvCxnSpPr>
        <p:spPr>
          <a:xfrm>
            <a:off x="7854154" y="4169723"/>
            <a:ext cx="0" cy="944215"/>
          </a:xfrm>
          <a:prstGeom prst="line">
            <a:avLst/>
          </a:prstGeom>
          <a:ln>
            <a:solidFill>
              <a:srgbClr val="703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96A83D4C-6859-5F01-9197-07E1BD8FDF11}"/>
                  </a:ext>
                </a:extLst>
              </p:cNvPr>
              <p:cNvSpPr txBox="1"/>
              <p:nvPr/>
            </p:nvSpPr>
            <p:spPr>
              <a:xfrm>
                <a:off x="7300806" y="5472966"/>
                <a:ext cx="1107419" cy="295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ℋ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en-US" sz="192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96A83D4C-6859-5F01-9197-07E1BD8FD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806" y="5472966"/>
                <a:ext cx="1107419" cy="295466"/>
              </a:xfrm>
              <a:prstGeom prst="rect">
                <a:avLst/>
              </a:prstGeom>
              <a:blipFill>
                <a:blip r:embed="rId9"/>
                <a:stretch>
                  <a:fillRect l="-8046" r="-8046"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Graphic 24" descr="Scientific Thought outline">
            <a:extLst>
              <a:ext uri="{FF2B5EF4-FFF2-40B4-BE49-F238E27FC236}">
                <a16:creationId xmlns:a16="http://schemas.microsoft.com/office/drawing/2014/main" id="{7A9132D3-29A1-96E7-A346-B26563E50C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24966" y="925823"/>
            <a:ext cx="975360" cy="975360"/>
          </a:xfrm>
          <a:prstGeom prst="rect">
            <a:avLst/>
          </a:prstGeom>
        </p:spPr>
      </p:pic>
      <p:pic>
        <p:nvPicPr>
          <p:cNvPr id="50" name="Picture 49" descr="A person with white hair and a mustache wearing a metal robot&#10;&#10;AI-generated content may be incorrect.">
            <a:extLst>
              <a:ext uri="{FF2B5EF4-FFF2-40B4-BE49-F238E27FC236}">
                <a16:creationId xmlns:a16="http://schemas.microsoft.com/office/drawing/2014/main" id="{1837EFE4-D970-57E0-E45F-577F8D04DA3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51189" y="1787753"/>
            <a:ext cx="1072896" cy="1609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406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8914F-756B-23DE-145B-6006B54CB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 descr="Database outline">
            <a:extLst>
              <a:ext uri="{FF2B5EF4-FFF2-40B4-BE49-F238E27FC236}">
                <a16:creationId xmlns:a16="http://schemas.microsoft.com/office/drawing/2014/main" id="{C4F1F427-8C7A-61CC-B82C-E1669FBD54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3144059"/>
            <a:ext cx="1027083" cy="1027083"/>
          </a:xfrm>
          <a:prstGeom prst="rect">
            <a:avLst/>
          </a:prstGeom>
        </p:spPr>
      </p:pic>
      <p:pic>
        <p:nvPicPr>
          <p:cNvPr id="13" name="Graphic 12" descr="Robot outline">
            <a:extLst>
              <a:ext uri="{FF2B5EF4-FFF2-40B4-BE49-F238E27FC236}">
                <a16:creationId xmlns:a16="http://schemas.microsoft.com/office/drawing/2014/main" id="{FFFEB44A-FCB3-E809-C848-67A8A8CC37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6808" y="1645831"/>
            <a:ext cx="1683540" cy="1683540"/>
          </a:xfrm>
          <a:prstGeom prst="rect">
            <a:avLst/>
          </a:prstGeom>
        </p:spPr>
      </p:pic>
      <p:pic>
        <p:nvPicPr>
          <p:cNvPr id="14" name="Graphic 13" descr="Database outline">
            <a:extLst>
              <a:ext uri="{FF2B5EF4-FFF2-40B4-BE49-F238E27FC236}">
                <a16:creationId xmlns:a16="http://schemas.microsoft.com/office/drawing/2014/main" id="{EA42CEFF-ECDB-26D3-43C7-5D3CC88DAC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1974060"/>
            <a:ext cx="1027083" cy="1027083"/>
          </a:xfrm>
          <a:prstGeom prst="rect">
            <a:avLst/>
          </a:prstGeom>
        </p:spPr>
      </p:pic>
      <p:pic>
        <p:nvPicPr>
          <p:cNvPr id="15" name="Graphic 14" descr="Database outline">
            <a:extLst>
              <a:ext uri="{FF2B5EF4-FFF2-40B4-BE49-F238E27FC236}">
                <a16:creationId xmlns:a16="http://schemas.microsoft.com/office/drawing/2014/main" id="{A3B84A7D-B3B4-93A3-D559-47B96FAF8D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804061"/>
            <a:ext cx="1027083" cy="102708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D640C28-90F5-E9A9-673E-F9C193F0B42C}"/>
              </a:ext>
            </a:extLst>
          </p:cNvPr>
          <p:cNvSpPr txBox="1"/>
          <p:nvPr/>
        </p:nvSpPr>
        <p:spPr>
          <a:xfrm rot="5400000">
            <a:off x="2327351" y="170870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D293F4-4BD8-FAA0-9350-7F0C6602F731}"/>
              </a:ext>
            </a:extLst>
          </p:cNvPr>
          <p:cNvSpPr txBox="1"/>
          <p:nvPr/>
        </p:nvSpPr>
        <p:spPr>
          <a:xfrm rot="5400000">
            <a:off x="2327351" y="2878701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35" name="Graphic 34" descr="Man outline">
            <a:extLst>
              <a:ext uri="{FF2B5EF4-FFF2-40B4-BE49-F238E27FC236}">
                <a16:creationId xmlns:a16="http://schemas.microsoft.com/office/drawing/2014/main" id="{7712B836-B8AB-3767-C5F1-BF5575DAF6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1292" y="4379785"/>
            <a:ext cx="1683540" cy="1683540"/>
          </a:xfrm>
          <a:prstGeom prst="rect">
            <a:avLst/>
          </a:prstGeom>
        </p:spPr>
      </p:pic>
      <p:pic>
        <p:nvPicPr>
          <p:cNvPr id="36" name="Graphic 35" descr="Database outline">
            <a:extLst>
              <a:ext uri="{FF2B5EF4-FFF2-40B4-BE49-F238E27FC236}">
                <a16:creationId xmlns:a16="http://schemas.microsoft.com/office/drawing/2014/main" id="{83C00557-52BE-0E86-EC91-2DC2407044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43218" y="4734552"/>
            <a:ext cx="1027083" cy="1027083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CFB4AEB-F007-A062-8533-3EBD4D2328C3}"/>
              </a:ext>
            </a:extLst>
          </p:cNvPr>
          <p:cNvCxnSpPr>
            <a:cxnSpLocks/>
          </p:cNvCxnSpPr>
          <p:nvPr/>
        </p:nvCxnSpPr>
        <p:spPr>
          <a:xfrm flipV="1">
            <a:off x="1285163" y="1493932"/>
            <a:ext cx="758055" cy="493076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9F18A3F-3882-D78A-C7CC-A833105DE6F4}"/>
              </a:ext>
            </a:extLst>
          </p:cNvPr>
          <p:cNvCxnSpPr>
            <a:cxnSpLocks/>
          </p:cNvCxnSpPr>
          <p:nvPr/>
        </p:nvCxnSpPr>
        <p:spPr>
          <a:xfrm>
            <a:off x="1280702" y="2487600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14C77C3-A562-331F-0C0A-5781000C67D5}"/>
              </a:ext>
            </a:extLst>
          </p:cNvPr>
          <p:cNvCxnSpPr>
            <a:cxnSpLocks/>
          </p:cNvCxnSpPr>
          <p:nvPr/>
        </p:nvCxnSpPr>
        <p:spPr>
          <a:xfrm>
            <a:off x="1280702" y="2999724"/>
            <a:ext cx="815398" cy="514959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4C1BADA-A712-4887-EEBD-F2969565D32E}"/>
              </a:ext>
            </a:extLst>
          </p:cNvPr>
          <p:cNvCxnSpPr>
            <a:cxnSpLocks/>
          </p:cNvCxnSpPr>
          <p:nvPr/>
        </p:nvCxnSpPr>
        <p:spPr>
          <a:xfrm>
            <a:off x="1314779" y="5249470"/>
            <a:ext cx="815398" cy="0"/>
          </a:xfrm>
          <a:prstGeom prst="line">
            <a:avLst/>
          </a:prstGeom>
          <a:ln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Graphic 53" descr="Database outline">
            <a:extLst>
              <a:ext uri="{FF2B5EF4-FFF2-40B4-BE49-F238E27FC236}">
                <a16:creationId xmlns:a16="http://schemas.microsoft.com/office/drawing/2014/main" id="{46A1D4D6-1CEE-6C66-1CBF-00C5EDAE96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3142640"/>
            <a:ext cx="1027083" cy="1027083"/>
          </a:xfrm>
          <a:prstGeom prst="rect">
            <a:avLst/>
          </a:prstGeom>
        </p:spPr>
      </p:pic>
      <p:pic>
        <p:nvPicPr>
          <p:cNvPr id="55" name="Graphic 54" descr="Database outline">
            <a:extLst>
              <a:ext uri="{FF2B5EF4-FFF2-40B4-BE49-F238E27FC236}">
                <a16:creationId xmlns:a16="http://schemas.microsoft.com/office/drawing/2014/main" id="{CFBEF2C9-A194-C1D5-FD6C-A453AD5FD1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1972641"/>
            <a:ext cx="1027083" cy="1027083"/>
          </a:xfrm>
          <a:prstGeom prst="rect">
            <a:avLst/>
          </a:prstGeom>
        </p:spPr>
      </p:pic>
      <p:pic>
        <p:nvPicPr>
          <p:cNvPr id="56" name="Graphic 55" descr="Database outline">
            <a:extLst>
              <a:ext uri="{FF2B5EF4-FFF2-40B4-BE49-F238E27FC236}">
                <a16:creationId xmlns:a16="http://schemas.microsoft.com/office/drawing/2014/main" id="{98A7DC54-FC77-4305-C8E9-3977CBE36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802642"/>
            <a:ext cx="1027083" cy="102708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30CD25FD-83F3-69BC-76A7-32FEE199EF91}"/>
              </a:ext>
            </a:extLst>
          </p:cNvPr>
          <p:cNvSpPr txBox="1"/>
          <p:nvPr/>
        </p:nvSpPr>
        <p:spPr>
          <a:xfrm rot="5400000">
            <a:off x="3040598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68A5439-CF40-BFBB-B839-302653617C40}"/>
              </a:ext>
            </a:extLst>
          </p:cNvPr>
          <p:cNvSpPr txBox="1"/>
          <p:nvPr/>
        </p:nvSpPr>
        <p:spPr>
          <a:xfrm rot="5400000">
            <a:off x="3040598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59" name="Graphic 58" descr="Database outline">
            <a:extLst>
              <a:ext uri="{FF2B5EF4-FFF2-40B4-BE49-F238E27FC236}">
                <a16:creationId xmlns:a16="http://schemas.microsoft.com/office/drawing/2014/main" id="{F495DF50-FC8C-DBE9-00D3-8F4074816B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3142640"/>
            <a:ext cx="1027083" cy="1027083"/>
          </a:xfrm>
          <a:prstGeom prst="rect">
            <a:avLst/>
          </a:prstGeom>
        </p:spPr>
      </p:pic>
      <p:pic>
        <p:nvPicPr>
          <p:cNvPr id="60" name="Graphic 59" descr="Database outline">
            <a:extLst>
              <a:ext uri="{FF2B5EF4-FFF2-40B4-BE49-F238E27FC236}">
                <a16:creationId xmlns:a16="http://schemas.microsoft.com/office/drawing/2014/main" id="{3F71FD6D-70C6-0CEF-64AC-3717CD44F0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1972641"/>
            <a:ext cx="1027083" cy="1027083"/>
          </a:xfrm>
          <a:prstGeom prst="rect">
            <a:avLst/>
          </a:prstGeom>
        </p:spPr>
      </p:pic>
      <p:pic>
        <p:nvPicPr>
          <p:cNvPr id="61" name="Graphic 60" descr="Database outline">
            <a:extLst>
              <a:ext uri="{FF2B5EF4-FFF2-40B4-BE49-F238E27FC236}">
                <a16:creationId xmlns:a16="http://schemas.microsoft.com/office/drawing/2014/main" id="{7D560BC4-FE25-9A9C-5B90-DE05D1F61C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802642"/>
            <a:ext cx="1027083" cy="102708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188E6242-E14C-9C23-1C15-85054EBB8EA9}"/>
              </a:ext>
            </a:extLst>
          </p:cNvPr>
          <p:cNvSpPr txBox="1"/>
          <p:nvPr/>
        </p:nvSpPr>
        <p:spPr>
          <a:xfrm rot="5400000">
            <a:off x="3760014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BFCBD23-2903-4561-5CF8-07609AE17324}"/>
              </a:ext>
            </a:extLst>
          </p:cNvPr>
          <p:cNvSpPr txBox="1"/>
          <p:nvPr/>
        </p:nvSpPr>
        <p:spPr>
          <a:xfrm rot="5400000">
            <a:off x="3760014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EBC7D1E-3F80-B9BF-F850-CEDB01B5BFB3}"/>
              </a:ext>
            </a:extLst>
          </p:cNvPr>
          <p:cNvSpPr/>
          <p:nvPr/>
        </p:nvSpPr>
        <p:spPr>
          <a:xfrm>
            <a:off x="2150134" y="850845"/>
            <a:ext cx="2239055" cy="328774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3E3437-9776-B5A0-0013-7547A85FD839}"/>
              </a:ext>
            </a:extLst>
          </p:cNvPr>
          <p:cNvSpPr/>
          <p:nvPr/>
        </p:nvSpPr>
        <p:spPr>
          <a:xfrm>
            <a:off x="2161491" y="4679400"/>
            <a:ext cx="2239055" cy="113220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phic 2" descr="Database outline">
            <a:extLst>
              <a:ext uri="{FF2B5EF4-FFF2-40B4-BE49-F238E27FC236}">
                <a16:creationId xmlns:a16="http://schemas.microsoft.com/office/drawing/2014/main" id="{001B3575-57C3-6AB8-1E06-B17C0F1D2A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6335" y="4733134"/>
            <a:ext cx="1027083" cy="1027083"/>
          </a:xfrm>
          <a:prstGeom prst="rect">
            <a:avLst/>
          </a:prstGeom>
        </p:spPr>
      </p:pic>
      <p:pic>
        <p:nvPicPr>
          <p:cNvPr id="4" name="Graphic 3" descr="Database outline">
            <a:extLst>
              <a:ext uri="{FF2B5EF4-FFF2-40B4-BE49-F238E27FC236}">
                <a16:creationId xmlns:a16="http://schemas.microsoft.com/office/drawing/2014/main" id="{A8509036-6F40-4A74-F472-E746231644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1736" y="4738646"/>
            <a:ext cx="1027083" cy="1027083"/>
          </a:xfrm>
          <a:prstGeom prst="rect">
            <a:avLst/>
          </a:prstGeom>
        </p:spPr>
      </p:pic>
      <p:grpSp>
        <p:nvGrpSpPr>
          <p:cNvPr id="121" name="Group 120">
            <a:extLst>
              <a:ext uri="{FF2B5EF4-FFF2-40B4-BE49-F238E27FC236}">
                <a16:creationId xmlns:a16="http://schemas.microsoft.com/office/drawing/2014/main" id="{D1980900-9CDA-B231-1E40-4E5FD55B8D8F}"/>
              </a:ext>
            </a:extLst>
          </p:cNvPr>
          <p:cNvGrpSpPr/>
          <p:nvPr/>
        </p:nvGrpSpPr>
        <p:grpSpPr>
          <a:xfrm>
            <a:off x="5478003" y="850840"/>
            <a:ext cx="2869285" cy="3287745"/>
            <a:chOff x="5830784" y="1007352"/>
            <a:chExt cx="2689955" cy="3082261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D14DF2B-832D-6D06-E115-746125EDD9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A6545AD-3631-500D-88B6-73216BA2A8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7D25511-E801-DA26-5559-08F8F05854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42C8A91-376F-313F-7ED6-0777002BB2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66CC223-253B-A33C-E016-4A9D7AD05498}"/>
                </a:ext>
              </a:extLst>
            </p:cNvPr>
            <p:cNvSpPr txBox="1"/>
            <p:nvPr/>
          </p:nvSpPr>
          <p:spPr>
            <a:xfrm rot="5400000">
              <a:off x="5938345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58B8103-0F41-65A9-47EB-73431811FD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C7AD296-9296-B27B-31B6-A0D5B03671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D112F8F-0A3D-8577-8A26-A240879E384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B42A0F3-9284-0AFD-8603-BF36E7CC46A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2C365E0-AC12-94FB-31DB-55F94C928500}"/>
                </a:ext>
              </a:extLst>
            </p:cNvPr>
            <p:cNvSpPr txBox="1"/>
            <p:nvPr/>
          </p:nvSpPr>
          <p:spPr>
            <a:xfrm rot="5400000">
              <a:off x="6709683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0FC6AF5-0EC1-A843-4CDD-FBDB4D0B5748}"/>
                </a:ext>
              </a:extLst>
            </p:cNvPr>
            <p:cNvCxnSpPr>
              <a:stCxn id="6" idx="6"/>
              <a:endCxn id="12" idx="2"/>
            </p:cNvCxnSpPr>
            <p:nvPr/>
          </p:nvCxnSpPr>
          <p:spPr>
            <a:xfrm>
              <a:off x="6230277" y="225016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F8FF1DA-16E1-936C-E7AB-D9889666C994}"/>
                </a:ext>
              </a:extLst>
            </p:cNvPr>
            <p:cNvCxnSpPr>
              <a:cxnSpLocks/>
              <a:stCxn id="6" idx="6"/>
              <a:endCxn id="16" idx="2"/>
            </p:cNvCxnSpPr>
            <p:nvPr/>
          </p:nvCxnSpPr>
          <p:spPr>
            <a:xfrm>
              <a:off x="6230277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A6656C1-B197-5493-40D3-C32FF04B97CE}"/>
                </a:ext>
              </a:extLst>
            </p:cNvPr>
            <p:cNvCxnSpPr>
              <a:cxnSpLocks/>
              <a:stCxn id="6" idx="6"/>
              <a:endCxn id="17" idx="1"/>
            </p:cNvCxnSpPr>
            <p:nvPr/>
          </p:nvCxnSpPr>
          <p:spPr>
            <a:xfrm>
              <a:off x="6230277" y="2250165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DBB68CC-466B-E489-9D30-45480BA670CE}"/>
                </a:ext>
              </a:extLst>
            </p:cNvPr>
            <p:cNvCxnSpPr>
              <a:cxnSpLocks/>
              <a:stCxn id="6" idx="6"/>
              <a:endCxn id="18" idx="1"/>
            </p:cNvCxnSpPr>
            <p:nvPr/>
          </p:nvCxnSpPr>
          <p:spPr>
            <a:xfrm>
              <a:off x="6230277" y="2250165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D46C5C9-F699-7558-66F9-4BA96C0BBB24}"/>
                </a:ext>
              </a:extLst>
            </p:cNvPr>
            <p:cNvCxnSpPr>
              <a:cxnSpLocks/>
              <a:stCxn id="7" idx="6"/>
              <a:endCxn id="12" idx="2"/>
            </p:cNvCxnSpPr>
            <p:nvPr/>
          </p:nvCxnSpPr>
          <p:spPr>
            <a:xfrm flipV="1">
              <a:off x="6230277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7FA749A-1427-AAB5-10FF-38A8608F0549}"/>
                </a:ext>
              </a:extLst>
            </p:cNvPr>
            <p:cNvCxnSpPr>
              <a:cxnSpLocks/>
              <a:stCxn id="7" idx="6"/>
              <a:endCxn id="16" idx="2"/>
            </p:cNvCxnSpPr>
            <p:nvPr/>
          </p:nvCxnSpPr>
          <p:spPr>
            <a:xfrm>
              <a:off x="6230277" y="2649506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10EF6F4-48DA-FAD7-56CB-6EFF2F3BAF52}"/>
                </a:ext>
              </a:extLst>
            </p:cNvPr>
            <p:cNvCxnSpPr>
              <a:cxnSpLocks/>
              <a:stCxn id="7" idx="6"/>
              <a:endCxn id="17" idx="2"/>
            </p:cNvCxnSpPr>
            <p:nvPr/>
          </p:nvCxnSpPr>
          <p:spPr>
            <a:xfrm>
              <a:off x="6230277" y="2649506"/>
              <a:ext cx="497018" cy="78266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BE3AE654-BC20-152D-559D-67A71890C15E}"/>
                </a:ext>
              </a:extLst>
            </p:cNvPr>
            <p:cNvCxnSpPr>
              <a:cxnSpLocks/>
              <a:stCxn id="7" idx="6"/>
              <a:endCxn id="18" idx="1"/>
            </p:cNvCxnSpPr>
            <p:nvPr/>
          </p:nvCxnSpPr>
          <p:spPr>
            <a:xfrm>
              <a:off x="6230277" y="2649506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DBB7390D-FDEA-CF08-0832-CD7C9382C1E0}"/>
                </a:ext>
              </a:extLst>
            </p:cNvPr>
            <p:cNvCxnSpPr>
              <a:cxnSpLocks/>
              <a:stCxn id="8" idx="6"/>
              <a:endCxn id="12" idx="3"/>
            </p:cNvCxnSpPr>
            <p:nvPr/>
          </p:nvCxnSpPr>
          <p:spPr>
            <a:xfrm flipV="1">
              <a:off x="6230277" y="2347152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896AA9F8-AEF6-EFF0-A176-F89C5D24F296}"/>
                </a:ext>
              </a:extLst>
            </p:cNvPr>
            <p:cNvCxnSpPr>
              <a:cxnSpLocks/>
              <a:stCxn id="8" idx="6"/>
              <a:endCxn id="16" idx="3"/>
            </p:cNvCxnSpPr>
            <p:nvPr/>
          </p:nvCxnSpPr>
          <p:spPr>
            <a:xfrm flipV="1">
              <a:off x="6230277" y="2746493"/>
              <a:ext cx="537191" cy="68568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BB8921D8-45FC-8EF2-BA0C-A3F88EB2EDB1}"/>
                </a:ext>
              </a:extLst>
            </p:cNvPr>
            <p:cNvCxnSpPr>
              <a:cxnSpLocks/>
              <a:stCxn id="8" idx="6"/>
              <a:endCxn id="17" idx="2"/>
            </p:cNvCxnSpPr>
            <p:nvPr/>
          </p:nvCxnSpPr>
          <p:spPr>
            <a:xfrm>
              <a:off x="6230277" y="343217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06D0E15F-1537-8D00-B707-D46D436A31A6}"/>
                </a:ext>
              </a:extLst>
            </p:cNvPr>
            <p:cNvCxnSpPr>
              <a:cxnSpLocks/>
              <a:stCxn id="8" idx="6"/>
              <a:endCxn id="18" idx="2"/>
            </p:cNvCxnSpPr>
            <p:nvPr/>
          </p:nvCxnSpPr>
          <p:spPr>
            <a:xfrm>
              <a:off x="6230277" y="3432175"/>
              <a:ext cx="497018" cy="40412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82FCCEFE-2843-B55F-DEFE-5D5C2C3BAF94}"/>
                </a:ext>
              </a:extLst>
            </p:cNvPr>
            <p:cNvCxnSpPr>
              <a:cxnSpLocks/>
              <a:stCxn id="9" idx="6"/>
              <a:endCxn id="18" idx="2"/>
            </p:cNvCxnSpPr>
            <p:nvPr/>
          </p:nvCxnSpPr>
          <p:spPr>
            <a:xfrm>
              <a:off x="6230277" y="3836297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D5D0B271-5D6F-4137-2FB0-920EFB73ECBE}"/>
                </a:ext>
              </a:extLst>
            </p:cNvPr>
            <p:cNvCxnSpPr>
              <a:cxnSpLocks/>
              <a:stCxn id="9" idx="6"/>
              <a:endCxn id="17" idx="3"/>
            </p:cNvCxnSpPr>
            <p:nvPr/>
          </p:nvCxnSpPr>
          <p:spPr>
            <a:xfrm flipV="1">
              <a:off x="6230277" y="3529162"/>
              <a:ext cx="537191" cy="30713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BB0BA484-32AB-7740-9144-FE172A9D158B}"/>
                </a:ext>
              </a:extLst>
            </p:cNvPr>
            <p:cNvCxnSpPr>
              <a:cxnSpLocks/>
              <a:stCxn id="9" idx="6"/>
              <a:endCxn id="16" idx="3"/>
            </p:cNvCxnSpPr>
            <p:nvPr/>
          </p:nvCxnSpPr>
          <p:spPr>
            <a:xfrm flipV="1">
              <a:off x="6230277" y="2746493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C4A5D83E-FCDB-DACF-CE7F-299CA92DB6D9}"/>
                </a:ext>
              </a:extLst>
            </p:cNvPr>
            <p:cNvCxnSpPr>
              <a:cxnSpLocks/>
              <a:stCxn id="9" idx="6"/>
              <a:endCxn id="12" idx="3"/>
            </p:cNvCxnSpPr>
            <p:nvPr/>
          </p:nvCxnSpPr>
          <p:spPr>
            <a:xfrm flipV="1">
              <a:off x="6230277" y="2347152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688776DA-E2B3-D911-34F0-7B08DA3EA0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5F68CFC3-5263-31F8-CF20-0BF91DBA07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FCD7F0C0-D905-376C-57BD-0F15D2FF2A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2A5101BB-DB6B-80D5-0E99-DB076CCCC9E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1CA485D-3455-A8AD-8BDE-240D5A3C2220}"/>
                </a:ext>
              </a:extLst>
            </p:cNvPr>
            <p:cNvSpPr txBox="1"/>
            <p:nvPr/>
          </p:nvSpPr>
          <p:spPr>
            <a:xfrm rot="5400000">
              <a:off x="7362457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A9BEBC3E-B919-15BD-69D8-4FB461DA6F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296E26D7-AB3C-1ABD-1935-C226DCF0E1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938E2D11-34B5-7422-3A7B-E205B1464F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624B6BAA-6749-5AC4-0E88-02182A522C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846C023-7AC6-BFC5-4779-C62391B43CEB}"/>
                </a:ext>
              </a:extLst>
            </p:cNvPr>
            <p:cNvSpPr txBox="1"/>
            <p:nvPr/>
          </p:nvSpPr>
          <p:spPr>
            <a:xfrm rot="5400000">
              <a:off x="8133795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AE07B833-C9C1-2199-B8BB-242694B78B3D}"/>
                </a:ext>
              </a:extLst>
            </p:cNvPr>
            <p:cNvCxnSpPr>
              <a:stCxn id="90" idx="6"/>
              <a:endCxn id="95" idx="2"/>
            </p:cNvCxnSpPr>
            <p:nvPr/>
          </p:nvCxnSpPr>
          <p:spPr>
            <a:xfrm>
              <a:off x="7654389" y="225016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25FF4B56-0EBA-B61D-FA3D-73A58CCA4EB9}"/>
                </a:ext>
              </a:extLst>
            </p:cNvPr>
            <p:cNvCxnSpPr>
              <a:cxnSpLocks/>
              <a:stCxn id="90" idx="6"/>
              <a:endCxn id="96" idx="2"/>
            </p:cNvCxnSpPr>
            <p:nvPr/>
          </p:nvCxnSpPr>
          <p:spPr>
            <a:xfrm>
              <a:off x="7654389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BD6CA55A-9E0E-67A2-318A-BD61CFD0FB0A}"/>
                </a:ext>
              </a:extLst>
            </p:cNvPr>
            <p:cNvCxnSpPr>
              <a:cxnSpLocks/>
              <a:stCxn id="90" idx="6"/>
              <a:endCxn id="97" idx="1"/>
            </p:cNvCxnSpPr>
            <p:nvPr/>
          </p:nvCxnSpPr>
          <p:spPr>
            <a:xfrm>
              <a:off x="7654389" y="2250165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B8DBF02B-451F-F48C-FD60-9922C78CD5E1}"/>
                </a:ext>
              </a:extLst>
            </p:cNvPr>
            <p:cNvCxnSpPr>
              <a:cxnSpLocks/>
              <a:stCxn id="90" idx="6"/>
              <a:endCxn id="98" idx="1"/>
            </p:cNvCxnSpPr>
            <p:nvPr/>
          </p:nvCxnSpPr>
          <p:spPr>
            <a:xfrm>
              <a:off x="7654389" y="2250165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9D7F44B6-A284-7792-B582-588209D23E51}"/>
                </a:ext>
              </a:extLst>
            </p:cNvPr>
            <p:cNvCxnSpPr>
              <a:cxnSpLocks/>
              <a:stCxn id="91" idx="6"/>
              <a:endCxn id="95" idx="2"/>
            </p:cNvCxnSpPr>
            <p:nvPr/>
          </p:nvCxnSpPr>
          <p:spPr>
            <a:xfrm flipV="1">
              <a:off x="7654389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7C318D93-56CA-FA3A-EA7A-75076369A8C8}"/>
                </a:ext>
              </a:extLst>
            </p:cNvPr>
            <p:cNvCxnSpPr>
              <a:cxnSpLocks/>
              <a:stCxn id="91" idx="6"/>
              <a:endCxn id="96" idx="2"/>
            </p:cNvCxnSpPr>
            <p:nvPr/>
          </p:nvCxnSpPr>
          <p:spPr>
            <a:xfrm>
              <a:off x="7654389" y="2649506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BA79DE45-CE45-3EE5-FD3A-F8DED19A1F58}"/>
                </a:ext>
              </a:extLst>
            </p:cNvPr>
            <p:cNvCxnSpPr>
              <a:cxnSpLocks/>
              <a:stCxn id="91" idx="6"/>
              <a:endCxn id="97" idx="2"/>
            </p:cNvCxnSpPr>
            <p:nvPr/>
          </p:nvCxnSpPr>
          <p:spPr>
            <a:xfrm>
              <a:off x="7654389" y="2649506"/>
              <a:ext cx="497018" cy="78266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E6DAA8B3-4F26-32C8-BE80-BED07E0822A3}"/>
                </a:ext>
              </a:extLst>
            </p:cNvPr>
            <p:cNvCxnSpPr>
              <a:cxnSpLocks/>
              <a:stCxn id="91" idx="6"/>
              <a:endCxn id="98" idx="1"/>
            </p:cNvCxnSpPr>
            <p:nvPr/>
          </p:nvCxnSpPr>
          <p:spPr>
            <a:xfrm>
              <a:off x="7654389" y="2649506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E3D54167-AB17-67FC-887E-5E51011B4ACB}"/>
                </a:ext>
              </a:extLst>
            </p:cNvPr>
            <p:cNvCxnSpPr>
              <a:cxnSpLocks/>
              <a:stCxn id="92" idx="6"/>
              <a:endCxn id="95" idx="3"/>
            </p:cNvCxnSpPr>
            <p:nvPr/>
          </p:nvCxnSpPr>
          <p:spPr>
            <a:xfrm flipV="1">
              <a:off x="7654389" y="2347152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96829FA2-E6B7-EB77-8E31-DA487CB44986}"/>
                </a:ext>
              </a:extLst>
            </p:cNvPr>
            <p:cNvCxnSpPr>
              <a:cxnSpLocks/>
              <a:stCxn id="92" idx="6"/>
              <a:endCxn id="96" idx="3"/>
            </p:cNvCxnSpPr>
            <p:nvPr/>
          </p:nvCxnSpPr>
          <p:spPr>
            <a:xfrm flipV="1">
              <a:off x="7654389" y="2746493"/>
              <a:ext cx="537191" cy="68568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871A1F4A-9E23-FF44-5AA9-3A3723ADACB9}"/>
                </a:ext>
              </a:extLst>
            </p:cNvPr>
            <p:cNvCxnSpPr>
              <a:cxnSpLocks/>
              <a:stCxn id="92" idx="6"/>
              <a:endCxn id="97" idx="2"/>
            </p:cNvCxnSpPr>
            <p:nvPr/>
          </p:nvCxnSpPr>
          <p:spPr>
            <a:xfrm>
              <a:off x="7654389" y="343217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5756C6D2-6477-9FA4-99FB-A8C0F0C6A9B8}"/>
                </a:ext>
              </a:extLst>
            </p:cNvPr>
            <p:cNvCxnSpPr>
              <a:cxnSpLocks/>
              <a:stCxn id="92" idx="6"/>
              <a:endCxn id="98" idx="2"/>
            </p:cNvCxnSpPr>
            <p:nvPr/>
          </p:nvCxnSpPr>
          <p:spPr>
            <a:xfrm>
              <a:off x="7654389" y="3432175"/>
              <a:ext cx="497018" cy="40412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82197EC9-8524-B367-9C80-33CAE7AC59A1}"/>
                </a:ext>
              </a:extLst>
            </p:cNvPr>
            <p:cNvCxnSpPr>
              <a:cxnSpLocks/>
              <a:stCxn id="93" idx="6"/>
              <a:endCxn id="98" idx="2"/>
            </p:cNvCxnSpPr>
            <p:nvPr/>
          </p:nvCxnSpPr>
          <p:spPr>
            <a:xfrm>
              <a:off x="7654389" y="3836297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411190C9-5E05-46F4-2692-04EFFB6435FD}"/>
                </a:ext>
              </a:extLst>
            </p:cNvPr>
            <p:cNvCxnSpPr>
              <a:cxnSpLocks/>
              <a:stCxn id="93" idx="6"/>
              <a:endCxn id="97" idx="3"/>
            </p:cNvCxnSpPr>
            <p:nvPr/>
          </p:nvCxnSpPr>
          <p:spPr>
            <a:xfrm flipV="1">
              <a:off x="7654389" y="3529162"/>
              <a:ext cx="537191" cy="30713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C14C5E35-25B8-04AE-2EE4-25A03C1DDB03}"/>
                </a:ext>
              </a:extLst>
            </p:cNvPr>
            <p:cNvCxnSpPr>
              <a:cxnSpLocks/>
              <a:stCxn id="93" idx="6"/>
              <a:endCxn id="96" idx="3"/>
            </p:cNvCxnSpPr>
            <p:nvPr/>
          </p:nvCxnSpPr>
          <p:spPr>
            <a:xfrm flipV="1">
              <a:off x="7654389" y="2746493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6AEB99FF-E1D3-2F54-B025-C27D8AFDBF79}"/>
                </a:ext>
              </a:extLst>
            </p:cNvPr>
            <p:cNvCxnSpPr>
              <a:cxnSpLocks/>
              <a:stCxn id="93" idx="6"/>
              <a:endCxn id="95" idx="3"/>
            </p:cNvCxnSpPr>
            <p:nvPr/>
          </p:nvCxnSpPr>
          <p:spPr>
            <a:xfrm flipV="1">
              <a:off x="7654389" y="2347152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19CFE5B-6E12-991F-4BF8-E48CB758F5C3}"/>
                </a:ext>
              </a:extLst>
            </p:cNvPr>
            <p:cNvSpPr txBox="1"/>
            <p:nvPr/>
          </p:nvSpPr>
          <p:spPr>
            <a:xfrm>
              <a:off x="6974050" y="2016096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649EFC15-BD29-7148-7B48-CEA06103349B}"/>
                </a:ext>
              </a:extLst>
            </p:cNvPr>
            <p:cNvSpPr txBox="1"/>
            <p:nvPr/>
          </p:nvSpPr>
          <p:spPr>
            <a:xfrm>
              <a:off x="6990255" y="2418140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34D58375-CA8F-C785-12A8-02B26CD68424}"/>
                </a:ext>
              </a:extLst>
            </p:cNvPr>
            <p:cNvSpPr txBox="1"/>
            <p:nvPr/>
          </p:nvSpPr>
          <p:spPr>
            <a:xfrm>
              <a:off x="6990255" y="3197293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D955E36-D0CF-E2A6-5D84-ADD01A4DDD88}"/>
                </a:ext>
              </a:extLst>
            </p:cNvPr>
            <p:cNvSpPr txBox="1"/>
            <p:nvPr/>
          </p:nvSpPr>
          <p:spPr>
            <a:xfrm>
              <a:off x="6996398" y="3607010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28EBF0F5-DC81-0C9B-DD51-6230EBC1D434}"/>
                </a:ext>
              </a:extLst>
            </p:cNvPr>
            <p:cNvSpPr/>
            <p:nvPr/>
          </p:nvSpPr>
          <p:spPr>
            <a:xfrm>
              <a:off x="5830784" y="1007352"/>
              <a:ext cx="2689955" cy="308226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48A60A6E-5171-304C-5864-B07FE003CBFC}"/>
              </a:ext>
            </a:extLst>
          </p:cNvPr>
          <p:cNvCxnSpPr>
            <a:cxnSpLocks/>
          </p:cNvCxnSpPr>
          <p:nvPr/>
        </p:nvCxnSpPr>
        <p:spPr>
          <a:xfrm>
            <a:off x="4518819" y="2599491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5B0D972B-2D5F-48EE-AB8F-8516CBDC71F9}"/>
              </a:ext>
            </a:extLst>
          </p:cNvPr>
          <p:cNvSpPr txBox="1"/>
          <p:nvPr/>
        </p:nvSpPr>
        <p:spPr>
          <a:xfrm>
            <a:off x="4398086" y="2136429"/>
            <a:ext cx="1061957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</p:txBody>
      </p:sp>
      <p:cxnSp>
        <p:nvCxnSpPr>
          <p:cNvPr id="129" name="Elbow Connector 128">
            <a:extLst>
              <a:ext uri="{FF2B5EF4-FFF2-40B4-BE49-F238E27FC236}">
                <a16:creationId xmlns:a16="http://schemas.microsoft.com/office/drawing/2014/main" id="{ACC606D4-37E3-7A35-7CBD-C4739D766942}"/>
              </a:ext>
            </a:extLst>
          </p:cNvPr>
          <p:cNvCxnSpPr>
            <a:cxnSpLocks/>
            <a:endCxn id="120" idx="2"/>
          </p:cNvCxnSpPr>
          <p:nvPr/>
        </p:nvCxnSpPr>
        <p:spPr>
          <a:xfrm flipV="1">
            <a:off x="4518820" y="4138585"/>
            <a:ext cx="2393827" cy="1106918"/>
          </a:xfrm>
          <a:prstGeom prst="bentConnector2">
            <a:avLst/>
          </a:prstGeom>
          <a:ln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2F0A355B-F328-A018-0672-ED711CCFA56F}"/>
              </a:ext>
            </a:extLst>
          </p:cNvPr>
          <p:cNvSpPr txBox="1"/>
          <p:nvPr/>
        </p:nvSpPr>
        <p:spPr>
          <a:xfrm>
            <a:off x="4637093" y="4851549"/>
            <a:ext cx="2135521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Additional training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EC9390F-E4D3-EDCE-E683-27313ED4DC34}"/>
              </a:ext>
            </a:extLst>
          </p:cNvPr>
          <p:cNvSpPr txBox="1"/>
          <p:nvPr/>
        </p:nvSpPr>
        <p:spPr>
          <a:xfrm>
            <a:off x="81152" y="1216526"/>
            <a:ext cx="1330814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Simulation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F8DD278-42B0-8119-9ED2-D1AF39114533}"/>
              </a:ext>
            </a:extLst>
          </p:cNvPr>
          <p:cNvSpPr txBox="1"/>
          <p:nvPr/>
        </p:nvSpPr>
        <p:spPr>
          <a:xfrm>
            <a:off x="279497" y="3985831"/>
            <a:ext cx="93647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Reality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E5BDAC29-65B3-A40E-3F19-24B628808901}"/>
              </a:ext>
            </a:extLst>
          </p:cNvPr>
          <p:cNvCxnSpPr>
            <a:cxnSpLocks/>
          </p:cNvCxnSpPr>
          <p:nvPr/>
        </p:nvCxnSpPr>
        <p:spPr>
          <a:xfrm>
            <a:off x="8407502" y="2599491"/>
            <a:ext cx="72009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664917C2-BF2F-2834-83B2-8F65E0A6F7DA}"/>
              </a:ext>
            </a:extLst>
          </p:cNvPr>
          <p:cNvSpPr txBox="1"/>
          <p:nvPr/>
        </p:nvSpPr>
        <p:spPr>
          <a:xfrm>
            <a:off x="8822666" y="1376481"/>
            <a:ext cx="174278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New materials</a:t>
            </a:r>
          </a:p>
        </p:txBody>
      </p:sp>
      <p:cxnSp>
        <p:nvCxnSpPr>
          <p:cNvPr id="141" name="Elbow Connector 140">
            <a:extLst>
              <a:ext uri="{FF2B5EF4-FFF2-40B4-BE49-F238E27FC236}">
                <a16:creationId xmlns:a16="http://schemas.microsoft.com/office/drawing/2014/main" id="{F87A77E6-59BA-AE3C-0D15-FFBC9839CD53}"/>
              </a:ext>
            </a:extLst>
          </p:cNvPr>
          <p:cNvCxnSpPr>
            <a:cxnSpLocks/>
          </p:cNvCxnSpPr>
          <p:nvPr/>
        </p:nvCxnSpPr>
        <p:spPr>
          <a:xfrm rot="16200000" flipH="1">
            <a:off x="5147529" y="-3113236"/>
            <a:ext cx="159955" cy="8946699"/>
          </a:xfrm>
          <a:prstGeom prst="bentConnector3">
            <a:avLst>
              <a:gd name="adj1" fmla="val -412217"/>
            </a:avLst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27AF48A8-FEF8-A31F-6180-FCEA88D67BD7}"/>
              </a:ext>
            </a:extLst>
          </p:cNvPr>
          <p:cNvSpPr txBox="1"/>
          <p:nvPr/>
        </p:nvSpPr>
        <p:spPr>
          <a:xfrm>
            <a:off x="7331619" y="5078837"/>
            <a:ext cx="103265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Physics</a:t>
            </a:r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2D732FC3-19C5-C879-4EEE-6CE797F715C0}"/>
              </a:ext>
            </a:extLst>
          </p:cNvPr>
          <p:cNvCxnSpPr>
            <a:cxnSpLocks/>
          </p:cNvCxnSpPr>
          <p:nvPr/>
        </p:nvCxnSpPr>
        <p:spPr>
          <a:xfrm>
            <a:off x="7854154" y="4169723"/>
            <a:ext cx="0" cy="944215"/>
          </a:xfrm>
          <a:prstGeom prst="line">
            <a:avLst/>
          </a:prstGeom>
          <a:ln>
            <a:solidFill>
              <a:srgbClr val="703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E867ECF0-2192-744E-D0D6-02E28BAC173D}"/>
                  </a:ext>
                </a:extLst>
              </p:cNvPr>
              <p:cNvSpPr txBox="1"/>
              <p:nvPr/>
            </p:nvSpPr>
            <p:spPr>
              <a:xfrm>
                <a:off x="7300806" y="5472966"/>
                <a:ext cx="1107419" cy="295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ℋ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en-US" sz="192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E867ECF0-2192-744E-D0D6-02E28BAC17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806" y="5472966"/>
                <a:ext cx="1107419" cy="295466"/>
              </a:xfrm>
              <a:prstGeom prst="rect">
                <a:avLst/>
              </a:prstGeom>
              <a:blipFill>
                <a:blip r:embed="rId9"/>
                <a:stretch>
                  <a:fillRect l="-8046" r="-8046"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Graphic 24" descr="Scientific Thought outline">
            <a:extLst>
              <a:ext uri="{FF2B5EF4-FFF2-40B4-BE49-F238E27FC236}">
                <a16:creationId xmlns:a16="http://schemas.microsoft.com/office/drawing/2014/main" id="{99DCD651-3010-042D-F052-5A93786032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24966" y="925823"/>
            <a:ext cx="975360" cy="975360"/>
          </a:xfrm>
          <a:prstGeom prst="rect">
            <a:avLst/>
          </a:prstGeom>
        </p:spPr>
      </p:pic>
      <p:pic>
        <p:nvPicPr>
          <p:cNvPr id="50" name="Picture 49" descr="A person with white hair and a mustache wearing a metal robot&#10;&#10;AI-generated content may be incorrect.">
            <a:extLst>
              <a:ext uri="{FF2B5EF4-FFF2-40B4-BE49-F238E27FC236}">
                <a16:creationId xmlns:a16="http://schemas.microsoft.com/office/drawing/2014/main" id="{1563BDDF-8021-669D-DFCB-5F7CF20CEE5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51189" y="1787753"/>
            <a:ext cx="1072896" cy="1609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131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B07D8-9F01-03D4-6BDB-B66A772FB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" name="Elbow Connector 137">
            <a:extLst>
              <a:ext uri="{FF2B5EF4-FFF2-40B4-BE49-F238E27FC236}">
                <a16:creationId xmlns:a16="http://schemas.microsoft.com/office/drawing/2014/main" id="{E3D180EB-9B74-7E89-EEF5-3D656010C387}"/>
              </a:ext>
            </a:extLst>
          </p:cNvPr>
          <p:cNvCxnSpPr>
            <a:cxnSpLocks/>
            <a:stCxn id="35" idx="2"/>
            <a:endCxn id="50" idx="2"/>
          </p:cNvCxnSpPr>
          <p:nvPr/>
        </p:nvCxnSpPr>
        <p:spPr>
          <a:xfrm rot="5400000" flipH="1" flipV="1">
            <a:off x="3885943" y="261632"/>
            <a:ext cx="2666228" cy="8937159"/>
          </a:xfrm>
          <a:prstGeom prst="bentConnector3">
            <a:avLst>
              <a:gd name="adj1" fmla="val -9146"/>
            </a:avLst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63389E6-0BB3-8633-093B-CEB0B4BFF34D}"/>
              </a:ext>
            </a:extLst>
          </p:cNvPr>
          <p:cNvSpPr/>
          <p:nvPr/>
        </p:nvSpPr>
        <p:spPr>
          <a:xfrm>
            <a:off x="501133" y="5747934"/>
            <a:ext cx="6411514" cy="979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11" name="Graphic 10" descr="Database outline">
            <a:extLst>
              <a:ext uri="{FF2B5EF4-FFF2-40B4-BE49-F238E27FC236}">
                <a16:creationId xmlns:a16="http://schemas.microsoft.com/office/drawing/2014/main" id="{27578124-71F6-933C-0B2E-ABE72CA479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3144059"/>
            <a:ext cx="1027083" cy="1027083"/>
          </a:xfrm>
          <a:prstGeom prst="rect">
            <a:avLst/>
          </a:prstGeom>
        </p:spPr>
      </p:pic>
      <p:pic>
        <p:nvPicPr>
          <p:cNvPr id="13" name="Graphic 12" descr="Robot outline">
            <a:extLst>
              <a:ext uri="{FF2B5EF4-FFF2-40B4-BE49-F238E27FC236}">
                <a16:creationId xmlns:a16="http://schemas.microsoft.com/office/drawing/2014/main" id="{F7E6D018-12A2-5276-9DF2-3FAC5F6D44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6808" y="1645831"/>
            <a:ext cx="1683540" cy="1683540"/>
          </a:xfrm>
          <a:prstGeom prst="rect">
            <a:avLst/>
          </a:prstGeom>
        </p:spPr>
      </p:pic>
      <p:pic>
        <p:nvPicPr>
          <p:cNvPr id="14" name="Graphic 13" descr="Database outline">
            <a:extLst>
              <a:ext uri="{FF2B5EF4-FFF2-40B4-BE49-F238E27FC236}">
                <a16:creationId xmlns:a16="http://schemas.microsoft.com/office/drawing/2014/main" id="{5BD1B513-ACCD-26E8-1C4D-67CCC92896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1974060"/>
            <a:ext cx="1027083" cy="1027083"/>
          </a:xfrm>
          <a:prstGeom prst="rect">
            <a:avLst/>
          </a:prstGeom>
        </p:spPr>
      </p:pic>
      <p:pic>
        <p:nvPicPr>
          <p:cNvPr id="15" name="Graphic 14" descr="Database outline">
            <a:extLst>
              <a:ext uri="{FF2B5EF4-FFF2-40B4-BE49-F238E27FC236}">
                <a16:creationId xmlns:a16="http://schemas.microsoft.com/office/drawing/2014/main" id="{686DE487-4CCA-CBBC-E93D-F053542B15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804061"/>
            <a:ext cx="1027083" cy="102708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BCA1FEF-2868-73DA-4137-FEB69924203D}"/>
              </a:ext>
            </a:extLst>
          </p:cNvPr>
          <p:cNvSpPr txBox="1"/>
          <p:nvPr/>
        </p:nvSpPr>
        <p:spPr>
          <a:xfrm rot="5400000">
            <a:off x="2327351" y="170870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97BACE-292D-5DE6-E4A5-0A3B2974C86E}"/>
              </a:ext>
            </a:extLst>
          </p:cNvPr>
          <p:cNvSpPr txBox="1"/>
          <p:nvPr/>
        </p:nvSpPr>
        <p:spPr>
          <a:xfrm rot="5400000">
            <a:off x="2327351" y="2878701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35" name="Graphic 34" descr="Man outline">
            <a:extLst>
              <a:ext uri="{FF2B5EF4-FFF2-40B4-BE49-F238E27FC236}">
                <a16:creationId xmlns:a16="http://schemas.microsoft.com/office/drawing/2014/main" id="{8CF369C8-97B7-CB90-0445-60ABE97185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1292" y="4379785"/>
            <a:ext cx="1683540" cy="1683540"/>
          </a:xfrm>
          <a:prstGeom prst="rect">
            <a:avLst/>
          </a:prstGeom>
        </p:spPr>
      </p:pic>
      <p:pic>
        <p:nvPicPr>
          <p:cNvPr id="36" name="Graphic 35" descr="Database outline">
            <a:extLst>
              <a:ext uri="{FF2B5EF4-FFF2-40B4-BE49-F238E27FC236}">
                <a16:creationId xmlns:a16="http://schemas.microsoft.com/office/drawing/2014/main" id="{3B502968-BAB4-4055-F98E-45173813B2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43218" y="4734552"/>
            <a:ext cx="1027083" cy="1027083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93C0495-1E23-8867-E629-F1AA0B8E1186}"/>
              </a:ext>
            </a:extLst>
          </p:cNvPr>
          <p:cNvCxnSpPr>
            <a:cxnSpLocks/>
          </p:cNvCxnSpPr>
          <p:nvPr/>
        </p:nvCxnSpPr>
        <p:spPr>
          <a:xfrm flipV="1">
            <a:off x="1285163" y="1493932"/>
            <a:ext cx="758055" cy="493076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65CBAE0-D1F4-6F2D-ACB7-82966AE37BF3}"/>
              </a:ext>
            </a:extLst>
          </p:cNvPr>
          <p:cNvCxnSpPr>
            <a:cxnSpLocks/>
          </p:cNvCxnSpPr>
          <p:nvPr/>
        </p:nvCxnSpPr>
        <p:spPr>
          <a:xfrm>
            <a:off x="1280702" y="2487600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A73DCBD-52DB-41B1-CEA6-E4CF35852218}"/>
              </a:ext>
            </a:extLst>
          </p:cNvPr>
          <p:cNvCxnSpPr>
            <a:cxnSpLocks/>
          </p:cNvCxnSpPr>
          <p:nvPr/>
        </p:nvCxnSpPr>
        <p:spPr>
          <a:xfrm>
            <a:off x="1280702" y="2999724"/>
            <a:ext cx="815398" cy="514959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1BE7DC0-FDAB-FBDF-92C9-CF36DE3E568B}"/>
              </a:ext>
            </a:extLst>
          </p:cNvPr>
          <p:cNvCxnSpPr>
            <a:cxnSpLocks/>
          </p:cNvCxnSpPr>
          <p:nvPr/>
        </p:nvCxnSpPr>
        <p:spPr>
          <a:xfrm>
            <a:off x="1314779" y="5249470"/>
            <a:ext cx="815398" cy="0"/>
          </a:xfrm>
          <a:prstGeom prst="line">
            <a:avLst/>
          </a:prstGeom>
          <a:ln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Graphic 53" descr="Database outline">
            <a:extLst>
              <a:ext uri="{FF2B5EF4-FFF2-40B4-BE49-F238E27FC236}">
                <a16:creationId xmlns:a16="http://schemas.microsoft.com/office/drawing/2014/main" id="{F00099EF-0275-B16F-94E4-577442CE2C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3142640"/>
            <a:ext cx="1027083" cy="1027083"/>
          </a:xfrm>
          <a:prstGeom prst="rect">
            <a:avLst/>
          </a:prstGeom>
        </p:spPr>
      </p:pic>
      <p:pic>
        <p:nvPicPr>
          <p:cNvPr id="55" name="Graphic 54" descr="Database outline">
            <a:extLst>
              <a:ext uri="{FF2B5EF4-FFF2-40B4-BE49-F238E27FC236}">
                <a16:creationId xmlns:a16="http://schemas.microsoft.com/office/drawing/2014/main" id="{2764AB96-A520-CE44-C6D3-B47E79A18C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1972641"/>
            <a:ext cx="1027083" cy="1027083"/>
          </a:xfrm>
          <a:prstGeom prst="rect">
            <a:avLst/>
          </a:prstGeom>
        </p:spPr>
      </p:pic>
      <p:pic>
        <p:nvPicPr>
          <p:cNvPr id="56" name="Graphic 55" descr="Database outline">
            <a:extLst>
              <a:ext uri="{FF2B5EF4-FFF2-40B4-BE49-F238E27FC236}">
                <a16:creationId xmlns:a16="http://schemas.microsoft.com/office/drawing/2014/main" id="{2B2F0379-F246-9558-CFF9-9902C1FCEF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802642"/>
            <a:ext cx="1027083" cy="102708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3DE5B48-CBBC-39E9-69D6-C609B60AB1CC}"/>
              </a:ext>
            </a:extLst>
          </p:cNvPr>
          <p:cNvSpPr txBox="1"/>
          <p:nvPr/>
        </p:nvSpPr>
        <p:spPr>
          <a:xfrm rot="5400000">
            <a:off x="3040598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4B7F55A-C137-626A-E4D3-F3075F02170C}"/>
              </a:ext>
            </a:extLst>
          </p:cNvPr>
          <p:cNvSpPr txBox="1"/>
          <p:nvPr/>
        </p:nvSpPr>
        <p:spPr>
          <a:xfrm rot="5400000">
            <a:off x="3040598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59" name="Graphic 58" descr="Database outline">
            <a:extLst>
              <a:ext uri="{FF2B5EF4-FFF2-40B4-BE49-F238E27FC236}">
                <a16:creationId xmlns:a16="http://schemas.microsoft.com/office/drawing/2014/main" id="{69352E9D-9989-6899-822E-3878B2BF5A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3142640"/>
            <a:ext cx="1027083" cy="1027083"/>
          </a:xfrm>
          <a:prstGeom prst="rect">
            <a:avLst/>
          </a:prstGeom>
        </p:spPr>
      </p:pic>
      <p:pic>
        <p:nvPicPr>
          <p:cNvPr id="60" name="Graphic 59" descr="Database outline">
            <a:extLst>
              <a:ext uri="{FF2B5EF4-FFF2-40B4-BE49-F238E27FC236}">
                <a16:creationId xmlns:a16="http://schemas.microsoft.com/office/drawing/2014/main" id="{6564213C-6B14-50D3-E5BF-B6D41D8B70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1972641"/>
            <a:ext cx="1027083" cy="1027083"/>
          </a:xfrm>
          <a:prstGeom prst="rect">
            <a:avLst/>
          </a:prstGeom>
        </p:spPr>
      </p:pic>
      <p:pic>
        <p:nvPicPr>
          <p:cNvPr id="61" name="Graphic 60" descr="Database outline">
            <a:extLst>
              <a:ext uri="{FF2B5EF4-FFF2-40B4-BE49-F238E27FC236}">
                <a16:creationId xmlns:a16="http://schemas.microsoft.com/office/drawing/2014/main" id="{D0CDC91D-5261-749F-3C29-FE973DF586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802642"/>
            <a:ext cx="1027083" cy="102708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07CD562-A4EE-7C1B-5599-A771EDD88732}"/>
              </a:ext>
            </a:extLst>
          </p:cNvPr>
          <p:cNvSpPr txBox="1"/>
          <p:nvPr/>
        </p:nvSpPr>
        <p:spPr>
          <a:xfrm rot="5400000">
            <a:off x="3760014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14B5DCA-17AF-3E86-B6FD-3C7151C4E13D}"/>
              </a:ext>
            </a:extLst>
          </p:cNvPr>
          <p:cNvSpPr txBox="1"/>
          <p:nvPr/>
        </p:nvSpPr>
        <p:spPr>
          <a:xfrm rot="5400000">
            <a:off x="3760014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5430172-6CEB-CFF3-F05B-59E1C80318F1}"/>
              </a:ext>
            </a:extLst>
          </p:cNvPr>
          <p:cNvSpPr/>
          <p:nvPr/>
        </p:nvSpPr>
        <p:spPr>
          <a:xfrm>
            <a:off x="2150134" y="850845"/>
            <a:ext cx="2239055" cy="328774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96009B-DF93-060A-205C-DACB5CADEA41}"/>
              </a:ext>
            </a:extLst>
          </p:cNvPr>
          <p:cNvSpPr/>
          <p:nvPr/>
        </p:nvSpPr>
        <p:spPr>
          <a:xfrm>
            <a:off x="2161491" y="4679400"/>
            <a:ext cx="2239055" cy="113220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phic 2" descr="Database outline">
            <a:extLst>
              <a:ext uri="{FF2B5EF4-FFF2-40B4-BE49-F238E27FC236}">
                <a16:creationId xmlns:a16="http://schemas.microsoft.com/office/drawing/2014/main" id="{C99285CC-ECA1-CF2C-289B-3F0F47F482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6335" y="4733134"/>
            <a:ext cx="1027083" cy="1027083"/>
          </a:xfrm>
          <a:prstGeom prst="rect">
            <a:avLst/>
          </a:prstGeom>
        </p:spPr>
      </p:pic>
      <p:pic>
        <p:nvPicPr>
          <p:cNvPr id="4" name="Graphic 3" descr="Database outline">
            <a:extLst>
              <a:ext uri="{FF2B5EF4-FFF2-40B4-BE49-F238E27FC236}">
                <a16:creationId xmlns:a16="http://schemas.microsoft.com/office/drawing/2014/main" id="{DDFFE1E7-BF47-3428-69FB-803FB1F07C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1736" y="4738646"/>
            <a:ext cx="1027083" cy="1027083"/>
          </a:xfrm>
          <a:prstGeom prst="rect">
            <a:avLst/>
          </a:prstGeom>
        </p:spPr>
      </p:pic>
      <p:grpSp>
        <p:nvGrpSpPr>
          <p:cNvPr id="121" name="Group 120">
            <a:extLst>
              <a:ext uri="{FF2B5EF4-FFF2-40B4-BE49-F238E27FC236}">
                <a16:creationId xmlns:a16="http://schemas.microsoft.com/office/drawing/2014/main" id="{F8611022-1298-72AB-F954-2FD57D8C1EB1}"/>
              </a:ext>
            </a:extLst>
          </p:cNvPr>
          <p:cNvGrpSpPr/>
          <p:nvPr/>
        </p:nvGrpSpPr>
        <p:grpSpPr>
          <a:xfrm>
            <a:off x="5478003" y="850840"/>
            <a:ext cx="2869285" cy="3287745"/>
            <a:chOff x="5830784" y="1007352"/>
            <a:chExt cx="2689955" cy="3082261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B47308D-7519-3A4B-5F7D-FC37FBA2E8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32ECFF6-48F7-1E24-78E5-091101BE44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D161513-D9BC-2220-F974-C7ED478950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419AAD9-398F-BDDB-E6D0-420EBD4678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DD6616E-EBC6-1378-2DD1-CACD04F2A9A4}"/>
                </a:ext>
              </a:extLst>
            </p:cNvPr>
            <p:cNvSpPr txBox="1"/>
            <p:nvPr/>
          </p:nvSpPr>
          <p:spPr>
            <a:xfrm rot="5400000">
              <a:off x="5938345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C77AE25-F441-0C05-BF79-3E0964C589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276D1D6-BA43-D814-FE72-E17EF21D7B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E5E62E3-BD22-62CF-29ED-DB6E6E41F46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3E13D27-C9DB-5341-AD91-607070ADE7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CF5BB8-0F80-0ED7-015E-9B4DF4341058}"/>
                </a:ext>
              </a:extLst>
            </p:cNvPr>
            <p:cNvSpPr txBox="1"/>
            <p:nvPr/>
          </p:nvSpPr>
          <p:spPr>
            <a:xfrm rot="5400000">
              <a:off x="6709683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B49AF6B-E119-F636-BC62-F7DFDDA3652B}"/>
                </a:ext>
              </a:extLst>
            </p:cNvPr>
            <p:cNvCxnSpPr>
              <a:stCxn id="6" idx="6"/>
              <a:endCxn id="12" idx="2"/>
            </p:cNvCxnSpPr>
            <p:nvPr/>
          </p:nvCxnSpPr>
          <p:spPr>
            <a:xfrm>
              <a:off x="6230277" y="225016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1115E07-73DD-9B03-3D96-ADF979979D9D}"/>
                </a:ext>
              </a:extLst>
            </p:cNvPr>
            <p:cNvCxnSpPr>
              <a:cxnSpLocks/>
              <a:stCxn id="6" idx="6"/>
              <a:endCxn id="16" idx="2"/>
            </p:cNvCxnSpPr>
            <p:nvPr/>
          </p:nvCxnSpPr>
          <p:spPr>
            <a:xfrm>
              <a:off x="6230277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693E240-B1DD-0B29-0CA3-68A583A5851D}"/>
                </a:ext>
              </a:extLst>
            </p:cNvPr>
            <p:cNvCxnSpPr>
              <a:cxnSpLocks/>
              <a:stCxn id="6" idx="6"/>
              <a:endCxn id="17" idx="1"/>
            </p:cNvCxnSpPr>
            <p:nvPr/>
          </p:nvCxnSpPr>
          <p:spPr>
            <a:xfrm>
              <a:off x="6230277" y="2250165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3FC6FEC-84BF-E373-B5FA-E403B5A36C7E}"/>
                </a:ext>
              </a:extLst>
            </p:cNvPr>
            <p:cNvCxnSpPr>
              <a:cxnSpLocks/>
              <a:stCxn id="6" idx="6"/>
              <a:endCxn id="18" idx="1"/>
            </p:cNvCxnSpPr>
            <p:nvPr/>
          </p:nvCxnSpPr>
          <p:spPr>
            <a:xfrm>
              <a:off x="6230277" y="2250165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27B71F11-FF70-0D7B-975B-4730323F637F}"/>
                </a:ext>
              </a:extLst>
            </p:cNvPr>
            <p:cNvCxnSpPr>
              <a:cxnSpLocks/>
              <a:stCxn id="7" idx="6"/>
              <a:endCxn id="12" idx="2"/>
            </p:cNvCxnSpPr>
            <p:nvPr/>
          </p:nvCxnSpPr>
          <p:spPr>
            <a:xfrm flipV="1">
              <a:off x="6230277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871124B-C40C-4464-9107-AFADB2524718}"/>
                </a:ext>
              </a:extLst>
            </p:cNvPr>
            <p:cNvCxnSpPr>
              <a:cxnSpLocks/>
              <a:stCxn id="7" idx="6"/>
              <a:endCxn id="16" idx="2"/>
            </p:cNvCxnSpPr>
            <p:nvPr/>
          </p:nvCxnSpPr>
          <p:spPr>
            <a:xfrm>
              <a:off x="6230277" y="2649506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4B8586E3-0233-EFDC-1732-F13C18DB1C28}"/>
                </a:ext>
              </a:extLst>
            </p:cNvPr>
            <p:cNvCxnSpPr>
              <a:cxnSpLocks/>
              <a:stCxn id="7" idx="6"/>
              <a:endCxn id="17" idx="2"/>
            </p:cNvCxnSpPr>
            <p:nvPr/>
          </p:nvCxnSpPr>
          <p:spPr>
            <a:xfrm>
              <a:off x="6230277" y="2649506"/>
              <a:ext cx="497018" cy="78266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88D27C46-7C99-F856-14C9-75AF12A74280}"/>
                </a:ext>
              </a:extLst>
            </p:cNvPr>
            <p:cNvCxnSpPr>
              <a:cxnSpLocks/>
              <a:stCxn id="7" idx="6"/>
              <a:endCxn id="18" idx="1"/>
            </p:cNvCxnSpPr>
            <p:nvPr/>
          </p:nvCxnSpPr>
          <p:spPr>
            <a:xfrm>
              <a:off x="6230277" y="2649506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3FBAC448-F6BB-62D0-5DF6-8E5AD2A4170F}"/>
                </a:ext>
              </a:extLst>
            </p:cNvPr>
            <p:cNvCxnSpPr>
              <a:cxnSpLocks/>
              <a:stCxn id="8" idx="6"/>
              <a:endCxn id="12" idx="3"/>
            </p:cNvCxnSpPr>
            <p:nvPr/>
          </p:nvCxnSpPr>
          <p:spPr>
            <a:xfrm flipV="1">
              <a:off x="6230277" y="2347152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5A170763-7CE3-5B53-0BF7-FC924F0140D8}"/>
                </a:ext>
              </a:extLst>
            </p:cNvPr>
            <p:cNvCxnSpPr>
              <a:cxnSpLocks/>
              <a:stCxn id="8" idx="6"/>
              <a:endCxn id="16" idx="3"/>
            </p:cNvCxnSpPr>
            <p:nvPr/>
          </p:nvCxnSpPr>
          <p:spPr>
            <a:xfrm flipV="1">
              <a:off x="6230277" y="2746493"/>
              <a:ext cx="537191" cy="68568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504EF8E1-162C-8566-8EF9-F750D2FBA300}"/>
                </a:ext>
              </a:extLst>
            </p:cNvPr>
            <p:cNvCxnSpPr>
              <a:cxnSpLocks/>
              <a:stCxn id="8" idx="6"/>
              <a:endCxn id="17" idx="2"/>
            </p:cNvCxnSpPr>
            <p:nvPr/>
          </p:nvCxnSpPr>
          <p:spPr>
            <a:xfrm>
              <a:off x="6230277" y="343217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52DA380A-1AD1-44E9-CFCC-B9593754CFF4}"/>
                </a:ext>
              </a:extLst>
            </p:cNvPr>
            <p:cNvCxnSpPr>
              <a:cxnSpLocks/>
              <a:stCxn id="8" idx="6"/>
              <a:endCxn id="18" idx="2"/>
            </p:cNvCxnSpPr>
            <p:nvPr/>
          </p:nvCxnSpPr>
          <p:spPr>
            <a:xfrm>
              <a:off x="6230277" y="3432175"/>
              <a:ext cx="497018" cy="40412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84D93BCE-3171-1587-B680-EEBD42E1AF62}"/>
                </a:ext>
              </a:extLst>
            </p:cNvPr>
            <p:cNvCxnSpPr>
              <a:cxnSpLocks/>
              <a:stCxn id="9" idx="6"/>
              <a:endCxn id="18" idx="2"/>
            </p:cNvCxnSpPr>
            <p:nvPr/>
          </p:nvCxnSpPr>
          <p:spPr>
            <a:xfrm>
              <a:off x="6230277" y="3836297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9C40A7FB-072E-18E4-8908-F2B8F9A240CA}"/>
                </a:ext>
              </a:extLst>
            </p:cNvPr>
            <p:cNvCxnSpPr>
              <a:cxnSpLocks/>
              <a:stCxn id="9" idx="6"/>
              <a:endCxn id="17" idx="3"/>
            </p:cNvCxnSpPr>
            <p:nvPr/>
          </p:nvCxnSpPr>
          <p:spPr>
            <a:xfrm flipV="1">
              <a:off x="6230277" y="3529162"/>
              <a:ext cx="537191" cy="30713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D179825D-59E3-DB33-8421-9EC15E1EC0F6}"/>
                </a:ext>
              </a:extLst>
            </p:cNvPr>
            <p:cNvCxnSpPr>
              <a:cxnSpLocks/>
              <a:stCxn id="9" idx="6"/>
              <a:endCxn id="16" idx="3"/>
            </p:cNvCxnSpPr>
            <p:nvPr/>
          </p:nvCxnSpPr>
          <p:spPr>
            <a:xfrm flipV="1">
              <a:off x="6230277" y="2746493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2FA1ECBA-76B4-5603-A91C-FEDABC708C8F}"/>
                </a:ext>
              </a:extLst>
            </p:cNvPr>
            <p:cNvCxnSpPr>
              <a:cxnSpLocks/>
              <a:stCxn id="9" idx="6"/>
              <a:endCxn id="12" idx="3"/>
            </p:cNvCxnSpPr>
            <p:nvPr/>
          </p:nvCxnSpPr>
          <p:spPr>
            <a:xfrm flipV="1">
              <a:off x="6230277" y="2347152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55FFB7BD-3279-A601-9254-E9F7A71BF9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AEC68149-4A95-D8FB-5D95-C0CB5D5202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F8DCE788-F0FF-B4C7-ECF4-145B44D8D5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C1B04DCA-21CA-FE7A-382A-2B8ABD8D28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4AD9548E-9AF1-3F33-AB6E-A4646BBBE60D}"/>
                </a:ext>
              </a:extLst>
            </p:cNvPr>
            <p:cNvSpPr txBox="1"/>
            <p:nvPr/>
          </p:nvSpPr>
          <p:spPr>
            <a:xfrm rot="5400000">
              <a:off x="7362457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F358969B-2AC4-FCFF-47F0-960BB72C5F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1D23751C-EFC1-BC6E-E624-C9A64AD2A8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1CC583B2-57D7-30E3-B1B2-4421377941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C2415EBC-CD46-220E-2C7D-F89AA927F2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2E9139DC-78A9-2910-C194-EF34DC045DED}"/>
                </a:ext>
              </a:extLst>
            </p:cNvPr>
            <p:cNvSpPr txBox="1"/>
            <p:nvPr/>
          </p:nvSpPr>
          <p:spPr>
            <a:xfrm rot="5400000">
              <a:off x="8133795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75A96216-8A9E-A301-95BB-2F0B558DAE5B}"/>
                </a:ext>
              </a:extLst>
            </p:cNvPr>
            <p:cNvCxnSpPr>
              <a:stCxn id="90" idx="6"/>
              <a:endCxn id="95" idx="2"/>
            </p:cNvCxnSpPr>
            <p:nvPr/>
          </p:nvCxnSpPr>
          <p:spPr>
            <a:xfrm>
              <a:off x="7654389" y="225016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EFB800EF-0918-CE66-C6D9-A5054F4960AF}"/>
                </a:ext>
              </a:extLst>
            </p:cNvPr>
            <p:cNvCxnSpPr>
              <a:cxnSpLocks/>
              <a:stCxn id="90" idx="6"/>
              <a:endCxn id="96" idx="2"/>
            </p:cNvCxnSpPr>
            <p:nvPr/>
          </p:nvCxnSpPr>
          <p:spPr>
            <a:xfrm>
              <a:off x="7654389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A82B2659-1680-E2E9-AA2A-009C382EB873}"/>
                </a:ext>
              </a:extLst>
            </p:cNvPr>
            <p:cNvCxnSpPr>
              <a:cxnSpLocks/>
              <a:stCxn id="90" idx="6"/>
              <a:endCxn id="97" idx="1"/>
            </p:cNvCxnSpPr>
            <p:nvPr/>
          </p:nvCxnSpPr>
          <p:spPr>
            <a:xfrm>
              <a:off x="7654389" y="2250165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ECC39481-5720-D04E-6928-E029D3EA6BCA}"/>
                </a:ext>
              </a:extLst>
            </p:cNvPr>
            <p:cNvCxnSpPr>
              <a:cxnSpLocks/>
              <a:stCxn id="90" idx="6"/>
              <a:endCxn id="98" idx="1"/>
            </p:cNvCxnSpPr>
            <p:nvPr/>
          </p:nvCxnSpPr>
          <p:spPr>
            <a:xfrm>
              <a:off x="7654389" y="2250165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DD5B5DD7-3CF1-6790-4875-FDD3A607BCAF}"/>
                </a:ext>
              </a:extLst>
            </p:cNvPr>
            <p:cNvCxnSpPr>
              <a:cxnSpLocks/>
              <a:stCxn id="91" idx="6"/>
              <a:endCxn id="95" idx="2"/>
            </p:cNvCxnSpPr>
            <p:nvPr/>
          </p:nvCxnSpPr>
          <p:spPr>
            <a:xfrm flipV="1">
              <a:off x="7654389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17C37093-C6DE-4549-0C14-EC3734B61051}"/>
                </a:ext>
              </a:extLst>
            </p:cNvPr>
            <p:cNvCxnSpPr>
              <a:cxnSpLocks/>
              <a:stCxn id="91" idx="6"/>
              <a:endCxn id="96" idx="2"/>
            </p:cNvCxnSpPr>
            <p:nvPr/>
          </p:nvCxnSpPr>
          <p:spPr>
            <a:xfrm>
              <a:off x="7654389" y="2649506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1708B72F-47D8-F81E-F5FA-13DD185697EA}"/>
                </a:ext>
              </a:extLst>
            </p:cNvPr>
            <p:cNvCxnSpPr>
              <a:cxnSpLocks/>
              <a:stCxn id="91" idx="6"/>
              <a:endCxn id="97" idx="2"/>
            </p:cNvCxnSpPr>
            <p:nvPr/>
          </p:nvCxnSpPr>
          <p:spPr>
            <a:xfrm>
              <a:off x="7654389" y="2649506"/>
              <a:ext cx="497018" cy="78266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56E5491A-C413-C1A8-9839-7E420F00A295}"/>
                </a:ext>
              </a:extLst>
            </p:cNvPr>
            <p:cNvCxnSpPr>
              <a:cxnSpLocks/>
              <a:stCxn id="91" idx="6"/>
              <a:endCxn id="98" idx="1"/>
            </p:cNvCxnSpPr>
            <p:nvPr/>
          </p:nvCxnSpPr>
          <p:spPr>
            <a:xfrm>
              <a:off x="7654389" y="2649506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ACB09788-4AC0-19E0-2192-35ABB527F3D0}"/>
                </a:ext>
              </a:extLst>
            </p:cNvPr>
            <p:cNvCxnSpPr>
              <a:cxnSpLocks/>
              <a:stCxn id="92" idx="6"/>
              <a:endCxn id="95" idx="3"/>
            </p:cNvCxnSpPr>
            <p:nvPr/>
          </p:nvCxnSpPr>
          <p:spPr>
            <a:xfrm flipV="1">
              <a:off x="7654389" y="2347152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57BAC35A-BF6B-7854-E89F-208876288234}"/>
                </a:ext>
              </a:extLst>
            </p:cNvPr>
            <p:cNvCxnSpPr>
              <a:cxnSpLocks/>
              <a:stCxn id="92" idx="6"/>
              <a:endCxn id="96" idx="3"/>
            </p:cNvCxnSpPr>
            <p:nvPr/>
          </p:nvCxnSpPr>
          <p:spPr>
            <a:xfrm flipV="1">
              <a:off x="7654389" y="2746493"/>
              <a:ext cx="537191" cy="68568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47839429-824C-9470-C3D3-C1A9E8F4826C}"/>
                </a:ext>
              </a:extLst>
            </p:cNvPr>
            <p:cNvCxnSpPr>
              <a:cxnSpLocks/>
              <a:stCxn id="92" idx="6"/>
              <a:endCxn id="97" idx="2"/>
            </p:cNvCxnSpPr>
            <p:nvPr/>
          </p:nvCxnSpPr>
          <p:spPr>
            <a:xfrm>
              <a:off x="7654389" y="343217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52190208-C22A-25C9-5D12-0FEF02E23E91}"/>
                </a:ext>
              </a:extLst>
            </p:cNvPr>
            <p:cNvCxnSpPr>
              <a:cxnSpLocks/>
              <a:stCxn id="92" idx="6"/>
              <a:endCxn id="98" idx="2"/>
            </p:cNvCxnSpPr>
            <p:nvPr/>
          </p:nvCxnSpPr>
          <p:spPr>
            <a:xfrm>
              <a:off x="7654389" y="3432175"/>
              <a:ext cx="497018" cy="40412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1FE6839D-A1E5-460E-8C56-89EDF9F8EE3F}"/>
                </a:ext>
              </a:extLst>
            </p:cNvPr>
            <p:cNvCxnSpPr>
              <a:cxnSpLocks/>
              <a:stCxn id="93" idx="6"/>
              <a:endCxn id="98" idx="2"/>
            </p:cNvCxnSpPr>
            <p:nvPr/>
          </p:nvCxnSpPr>
          <p:spPr>
            <a:xfrm>
              <a:off x="7654389" y="3836297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35E98DC7-33F6-B698-10C7-8B40485E92C6}"/>
                </a:ext>
              </a:extLst>
            </p:cNvPr>
            <p:cNvCxnSpPr>
              <a:cxnSpLocks/>
              <a:stCxn id="93" idx="6"/>
              <a:endCxn id="97" idx="3"/>
            </p:cNvCxnSpPr>
            <p:nvPr/>
          </p:nvCxnSpPr>
          <p:spPr>
            <a:xfrm flipV="1">
              <a:off x="7654389" y="3529162"/>
              <a:ext cx="537191" cy="30713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04DBB7D4-DA87-322A-6E37-554928E179B1}"/>
                </a:ext>
              </a:extLst>
            </p:cNvPr>
            <p:cNvCxnSpPr>
              <a:cxnSpLocks/>
              <a:stCxn id="93" idx="6"/>
              <a:endCxn id="96" idx="3"/>
            </p:cNvCxnSpPr>
            <p:nvPr/>
          </p:nvCxnSpPr>
          <p:spPr>
            <a:xfrm flipV="1">
              <a:off x="7654389" y="2746493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3A4CC05E-E4FD-D2E0-4486-4F3EB2C0E1B9}"/>
                </a:ext>
              </a:extLst>
            </p:cNvPr>
            <p:cNvCxnSpPr>
              <a:cxnSpLocks/>
              <a:stCxn id="93" idx="6"/>
              <a:endCxn id="95" idx="3"/>
            </p:cNvCxnSpPr>
            <p:nvPr/>
          </p:nvCxnSpPr>
          <p:spPr>
            <a:xfrm flipV="1">
              <a:off x="7654389" y="2347152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611E7A25-E2B0-82D0-1870-7D821062FCD8}"/>
                </a:ext>
              </a:extLst>
            </p:cNvPr>
            <p:cNvSpPr txBox="1"/>
            <p:nvPr/>
          </p:nvSpPr>
          <p:spPr>
            <a:xfrm>
              <a:off x="6974050" y="2016096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B71FDB1-4A0D-DEE2-5C73-5FF67F14F069}"/>
                </a:ext>
              </a:extLst>
            </p:cNvPr>
            <p:cNvSpPr txBox="1"/>
            <p:nvPr/>
          </p:nvSpPr>
          <p:spPr>
            <a:xfrm>
              <a:off x="6990255" y="2418140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568E8B1-A7AA-20BF-B210-26D6BD64D6FE}"/>
                </a:ext>
              </a:extLst>
            </p:cNvPr>
            <p:cNvSpPr txBox="1"/>
            <p:nvPr/>
          </p:nvSpPr>
          <p:spPr>
            <a:xfrm>
              <a:off x="6990255" y="3197293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5E279C0-F5B6-E24B-3D01-4908A81BB830}"/>
                </a:ext>
              </a:extLst>
            </p:cNvPr>
            <p:cNvSpPr txBox="1"/>
            <p:nvPr/>
          </p:nvSpPr>
          <p:spPr>
            <a:xfrm>
              <a:off x="6996398" y="3607010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FEB1022C-62FE-C681-8513-B82835BF8AD0}"/>
                </a:ext>
              </a:extLst>
            </p:cNvPr>
            <p:cNvSpPr/>
            <p:nvPr/>
          </p:nvSpPr>
          <p:spPr>
            <a:xfrm>
              <a:off x="5830784" y="1007352"/>
              <a:ext cx="2689955" cy="308226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3D0AB126-C1C3-F0C1-8F39-E565B823D26E}"/>
              </a:ext>
            </a:extLst>
          </p:cNvPr>
          <p:cNvCxnSpPr>
            <a:cxnSpLocks/>
          </p:cNvCxnSpPr>
          <p:nvPr/>
        </p:nvCxnSpPr>
        <p:spPr>
          <a:xfrm>
            <a:off x="4518819" y="2599491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9DDE1DB2-6C98-0835-5973-1DDEC4ECBD92}"/>
              </a:ext>
            </a:extLst>
          </p:cNvPr>
          <p:cNvSpPr txBox="1"/>
          <p:nvPr/>
        </p:nvSpPr>
        <p:spPr>
          <a:xfrm>
            <a:off x="4398086" y="2136429"/>
            <a:ext cx="1061957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</p:txBody>
      </p:sp>
      <p:cxnSp>
        <p:nvCxnSpPr>
          <p:cNvPr id="129" name="Elbow Connector 128">
            <a:extLst>
              <a:ext uri="{FF2B5EF4-FFF2-40B4-BE49-F238E27FC236}">
                <a16:creationId xmlns:a16="http://schemas.microsoft.com/office/drawing/2014/main" id="{16EF09B7-46EF-251C-698B-4CC509D282D8}"/>
              </a:ext>
            </a:extLst>
          </p:cNvPr>
          <p:cNvCxnSpPr>
            <a:cxnSpLocks/>
            <a:endCxn id="120" idx="2"/>
          </p:cNvCxnSpPr>
          <p:nvPr/>
        </p:nvCxnSpPr>
        <p:spPr>
          <a:xfrm flipV="1">
            <a:off x="4518820" y="4138585"/>
            <a:ext cx="2393827" cy="1106918"/>
          </a:xfrm>
          <a:prstGeom prst="bentConnector2">
            <a:avLst/>
          </a:prstGeom>
          <a:ln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AFC9F057-3AD4-56D2-8385-6BF88B5757A3}"/>
              </a:ext>
            </a:extLst>
          </p:cNvPr>
          <p:cNvSpPr txBox="1"/>
          <p:nvPr/>
        </p:nvSpPr>
        <p:spPr>
          <a:xfrm>
            <a:off x="4637093" y="4851549"/>
            <a:ext cx="2135521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Additional training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4165E155-3BB6-243C-423D-B7136E62CA29}"/>
              </a:ext>
            </a:extLst>
          </p:cNvPr>
          <p:cNvSpPr txBox="1"/>
          <p:nvPr/>
        </p:nvSpPr>
        <p:spPr>
          <a:xfrm>
            <a:off x="81152" y="1216526"/>
            <a:ext cx="1330814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Simulation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0FBDB20-49C3-26BA-1F02-0AE91CA5B3D2}"/>
              </a:ext>
            </a:extLst>
          </p:cNvPr>
          <p:cNvSpPr txBox="1"/>
          <p:nvPr/>
        </p:nvSpPr>
        <p:spPr>
          <a:xfrm>
            <a:off x="279497" y="3985831"/>
            <a:ext cx="93647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Reality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646D2FFD-3538-CE18-09E7-717EDDFCF087}"/>
              </a:ext>
            </a:extLst>
          </p:cNvPr>
          <p:cNvCxnSpPr>
            <a:cxnSpLocks/>
          </p:cNvCxnSpPr>
          <p:nvPr/>
        </p:nvCxnSpPr>
        <p:spPr>
          <a:xfrm>
            <a:off x="8407502" y="2599491"/>
            <a:ext cx="72009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50BC9870-A7BD-1D79-F9A7-3AAAEDAB8BAC}"/>
              </a:ext>
            </a:extLst>
          </p:cNvPr>
          <p:cNvSpPr txBox="1"/>
          <p:nvPr/>
        </p:nvSpPr>
        <p:spPr>
          <a:xfrm>
            <a:off x="8822666" y="1376481"/>
            <a:ext cx="174278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New materials</a:t>
            </a:r>
          </a:p>
        </p:txBody>
      </p:sp>
      <p:cxnSp>
        <p:nvCxnSpPr>
          <p:cNvPr id="141" name="Elbow Connector 140">
            <a:extLst>
              <a:ext uri="{FF2B5EF4-FFF2-40B4-BE49-F238E27FC236}">
                <a16:creationId xmlns:a16="http://schemas.microsoft.com/office/drawing/2014/main" id="{28ECA96C-5E04-70DF-7957-D5ADAB025E1F}"/>
              </a:ext>
            </a:extLst>
          </p:cNvPr>
          <p:cNvCxnSpPr>
            <a:cxnSpLocks/>
          </p:cNvCxnSpPr>
          <p:nvPr/>
        </p:nvCxnSpPr>
        <p:spPr>
          <a:xfrm rot="16200000" flipH="1">
            <a:off x="5147529" y="-3113236"/>
            <a:ext cx="159955" cy="8946699"/>
          </a:xfrm>
          <a:prstGeom prst="bentConnector3">
            <a:avLst>
              <a:gd name="adj1" fmla="val -412217"/>
            </a:avLst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9C86CBFA-8DC4-751C-25E2-76E7DB829DD0}"/>
              </a:ext>
            </a:extLst>
          </p:cNvPr>
          <p:cNvSpPr txBox="1"/>
          <p:nvPr/>
        </p:nvSpPr>
        <p:spPr>
          <a:xfrm>
            <a:off x="7331619" y="5078837"/>
            <a:ext cx="103265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Physics</a:t>
            </a:r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1182405F-5636-E79F-5BF9-468882E89CF8}"/>
              </a:ext>
            </a:extLst>
          </p:cNvPr>
          <p:cNvCxnSpPr>
            <a:cxnSpLocks/>
          </p:cNvCxnSpPr>
          <p:nvPr/>
        </p:nvCxnSpPr>
        <p:spPr>
          <a:xfrm>
            <a:off x="7854154" y="4169723"/>
            <a:ext cx="0" cy="944215"/>
          </a:xfrm>
          <a:prstGeom prst="line">
            <a:avLst/>
          </a:prstGeom>
          <a:ln>
            <a:solidFill>
              <a:srgbClr val="703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64E49F08-1CA5-F469-8BBF-61D4F90AF944}"/>
                  </a:ext>
                </a:extLst>
              </p:cNvPr>
              <p:cNvSpPr txBox="1"/>
              <p:nvPr/>
            </p:nvSpPr>
            <p:spPr>
              <a:xfrm>
                <a:off x="7300806" y="5472966"/>
                <a:ext cx="1107419" cy="295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ℋ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en-US" sz="192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64E49F08-1CA5-F469-8BBF-61D4F90AF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806" y="5472966"/>
                <a:ext cx="1107419" cy="295466"/>
              </a:xfrm>
              <a:prstGeom prst="rect">
                <a:avLst/>
              </a:prstGeom>
              <a:blipFill>
                <a:blip r:embed="rId9"/>
                <a:stretch>
                  <a:fillRect l="-8046" r="-8046"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Graphic 24" descr="Scientific Thought outline">
            <a:extLst>
              <a:ext uri="{FF2B5EF4-FFF2-40B4-BE49-F238E27FC236}">
                <a16:creationId xmlns:a16="http://schemas.microsoft.com/office/drawing/2014/main" id="{65866622-F02A-DBE0-0007-325493392E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24966" y="925823"/>
            <a:ext cx="975360" cy="975360"/>
          </a:xfrm>
          <a:prstGeom prst="rect">
            <a:avLst/>
          </a:prstGeom>
        </p:spPr>
      </p:pic>
      <p:pic>
        <p:nvPicPr>
          <p:cNvPr id="50" name="Picture 49" descr="A person with white hair and a mustache wearing a metal robot&#10;&#10;AI-generated content may be incorrect.">
            <a:extLst>
              <a:ext uri="{FF2B5EF4-FFF2-40B4-BE49-F238E27FC236}">
                <a16:creationId xmlns:a16="http://schemas.microsoft.com/office/drawing/2014/main" id="{38AD726B-D5FC-3B89-18AF-E25A0F13F14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51189" y="1787753"/>
            <a:ext cx="1072896" cy="1609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385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ED25B-A2F0-1A0C-98E7-82F7C0560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 descr="Database outline">
            <a:extLst>
              <a:ext uri="{FF2B5EF4-FFF2-40B4-BE49-F238E27FC236}">
                <a16:creationId xmlns:a16="http://schemas.microsoft.com/office/drawing/2014/main" id="{2846BBE5-1A10-8306-49F3-1F62A3A149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3144059"/>
            <a:ext cx="1027083" cy="1027083"/>
          </a:xfrm>
          <a:prstGeom prst="rect">
            <a:avLst/>
          </a:prstGeom>
        </p:spPr>
      </p:pic>
      <p:pic>
        <p:nvPicPr>
          <p:cNvPr id="13" name="Graphic 12" descr="Robot outline">
            <a:extLst>
              <a:ext uri="{FF2B5EF4-FFF2-40B4-BE49-F238E27FC236}">
                <a16:creationId xmlns:a16="http://schemas.microsoft.com/office/drawing/2014/main" id="{7215C4C6-A44F-1074-5F43-EB66A7EF5C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6808" y="1645831"/>
            <a:ext cx="1683540" cy="1683540"/>
          </a:xfrm>
          <a:prstGeom prst="rect">
            <a:avLst/>
          </a:prstGeom>
        </p:spPr>
      </p:pic>
      <p:pic>
        <p:nvPicPr>
          <p:cNvPr id="14" name="Graphic 13" descr="Database outline">
            <a:extLst>
              <a:ext uri="{FF2B5EF4-FFF2-40B4-BE49-F238E27FC236}">
                <a16:creationId xmlns:a16="http://schemas.microsoft.com/office/drawing/2014/main" id="{0F17C4F3-D58A-93A7-5E95-A49748DA48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1974060"/>
            <a:ext cx="1027083" cy="1027083"/>
          </a:xfrm>
          <a:prstGeom prst="rect">
            <a:avLst/>
          </a:prstGeom>
        </p:spPr>
      </p:pic>
      <p:pic>
        <p:nvPicPr>
          <p:cNvPr id="15" name="Graphic 14" descr="Database outline">
            <a:extLst>
              <a:ext uri="{FF2B5EF4-FFF2-40B4-BE49-F238E27FC236}">
                <a16:creationId xmlns:a16="http://schemas.microsoft.com/office/drawing/2014/main" id="{73F9B720-C4AB-1A76-BB04-0B613E54CF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804061"/>
            <a:ext cx="1027083" cy="102708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5B35BA4-CBD3-FB0B-5E9C-A3134F2DC210}"/>
              </a:ext>
            </a:extLst>
          </p:cNvPr>
          <p:cNvSpPr txBox="1"/>
          <p:nvPr/>
        </p:nvSpPr>
        <p:spPr>
          <a:xfrm rot="5400000">
            <a:off x="2327351" y="170870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0E1FD-643F-EAFF-2EE8-7E92F205E88F}"/>
              </a:ext>
            </a:extLst>
          </p:cNvPr>
          <p:cNvSpPr txBox="1"/>
          <p:nvPr/>
        </p:nvSpPr>
        <p:spPr>
          <a:xfrm rot="5400000">
            <a:off x="2327351" y="2878701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35" name="Graphic 34" descr="Man outline">
            <a:extLst>
              <a:ext uri="{FF2B5EF4-FFF2-40B4-BE49-F238E27FC236}">
                <a16:creationId xmlns:a16="http://schemas.microsoft.com/office/drawing/2014/main" id="{45BE2188-3E7B-A4EA-22C7-BEF4E9E9F6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1292" y="4379785"/>
            <a:ext cx="1683540" cy="1683540"/>
          </a:xfrm>
          <a:prstGeom prst="rect">
            <a:avLst/>
          </a:prstGeom>
        </p:spPr>
      </p:pic>
      <p:pic>
        <p:nvPicPr>
          <p:cNvPr id="36" name="Graphic 35" descr="Database outline">
            <a:extLst>
              <a:ext uri="{FF2B5EF4-FFF2-40B4-BE49-F238E27FC236}">
                <a16:creationId xmlns:a16="http://schemas.microsoft.com/office/drawing/2014/main" id="{20EC0683-1B85-AFB5-D71A-4E0EA9CB2C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43218" y="4734552"/>
            <a:ext cx="1027083" cy="1027083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244A519-1A92-9F93-0593-E93B6063F4ED}"/>
              </a:ext>
            </a:extLst>
          </p:cNvPr>
          <p:cNvCxnSpPr>
            <a:cxnSpLocks/>
          </p:cNvCxnSpPr>
          <p:nvPr/>
        </p:nvCxnSpPr>
        <p:spPr>
          <a:xfrm flipV="1">
            <a:off x="1285163" y="1493932"/>
            <a:ext cx="758055" cy="493076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A07BD6A-0E36-AB3A-3680-462239D5616B}"/>
              </a:ext>
            </a:extLst>
          </p:cNvPr>
          <p:cNvCxnSpPr>
            <a:cxnSpLocks/>
          </p:cNvCxnSpPr>
          <p:nvPr/>
        </p:nvCxnSpPr>
        <p:spPr>
          <a:xfrm>
            <a:off x="1280702" y="2487600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9029CF3-8171-8F22-07E5-CD2B3E11044F}"/>
              </a:ext>
            </a:extLst>
          </p:cNvPr>
          <p:cNvCxnSpPr>
            <a:cxnSpLocks/>
          </p:cNvCxnSpPr>
          <p:nvPr/>
        </p:nvCxnSpPr>
        <p:spPr>
          <a:xfrm>
            <a:off x="1280702" y="2999724"/>
            <a:ext cx="815398" cy="514959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D88B785-501F-5A5B-BB63-03FB23AE321D}"/>
              </a:ext>
            </a:extLst>
          </p:cNvPr>
          <p:cNvCxnSpPr>
            <a:cxnSpLocks/>
          </p:cNvCxnSpPr>
          <p:nvPr/>
        </p:nvCxnSpPr>
        <p:spPr>
          <a:xfrm>
            <a:off x="1314779" y="5249470"/>
            <a:ext cx="815398" cy="0"/>
          </a:xfrm>
          <a:prstGeom prst="line">
            <a:avLst/>
          </a:prstGeom>
          <a:ln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Graphic 53" descr="Database outline">
            <a:extLst>
              <a:ext uri="{FF2B5EF4-FFF2-40B4-BE49-F238E27FC236}">
                <a16:creationId xmlns:a16="http://schemas.microsoft.com/office/drawing/2014/main" id="{6FCEA3B1-1846-1944-B652-042AC9A475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3142640"/>
            <a:ext cx="1027083" cy="1027083"/>
          </a:xfrm>
          <a:prstGeom prst="rect">
            <a:avLst/>
          </a:prstGeom>
        </p:spPr>
      </p:pic>
      <p:pic>
        <p:nvPicPr>
          <p:cNvPr id="55" name="Graphic 54" descr="Database outline">
            <a:extLst>
              <a:ext uri="{FF2B5EF4-FFF2-40B4-BE49-F238E27FC236}">
                <a16:creationId xmlns:a16="http://schemas.microsoft.com/office/drawing/2014/main" id="{D53D1356-DC70-BFED-F3B1-9C8B98114A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1972641"/>
            <a:ext cx="1027083" cy="1027083"/>
          </a:xfrm>
          <a:prstGeom prst="rect">
            <a:avLst/>
          </a:prstGeom>
        </p:spPr>
      </p:pic>
      <p:pic>
        <p:nvPicPr>
          <p:cNvPr id="56" name="Graphic 55" descr="Database outline">
            <a:extLst>
              <a:ext uri="{FF2B5EF4-FFF2-40B4-BE49-F238E27FC236}">
                <a16:creationId xmlns:a16="http://schemas.microsoft.com/office/drawing/2014/main" id="{E6464FB7-DC04-EBCF-6B7E-F0AE075DF3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802642"/>
            <a:ext cx="1027083" cy="102708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CC613E61-5EFA-D880-55D0-C5931BB068F5}"/>
              </a:ext>
            </a:extLst>
          </p:cNvPr>
          <p:cNvSpPr txBox="1"/>
          <p:nvPr/>
        </p:nvSpPr>
        <p:spPr>
          <a:xfrm rot="5400000">
            <a:off x="3040598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991B63F-F58A-5927-0DC5-B96D084FC021}"/>
              </a:ext>
            </a:extLst>
          </p:cNvPr>
          <p:cNvSpPr txBox="1"/>
          <p:nvPr/>
        </p:nvSpPr>
        <p:spPr>
          <a:xfrm rot="5400000">
            <a:off x="3040598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59" name="Graphic 58" descr="Database outline">
            <a:extLst>
              <a:ext uri="{FF2B5EF4-FFF2-40B4-BE49-F238E27FC236}">
                <a16:creationId xmlns:a16="http://schemas.microsoft.com/office/drawing/2014/main" id="{57B0BA30-67A5-80CC-33F1-B5944235B7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3142640"/>
            <a:ext cx="1027083" cy="1027083"/>
          </a:xfrm>
          <a:prstGeom prst="rect">
            <a:avLst/>
          </a:prstGeom>
        </p:spPr>
      </p:pic>
      <p:pic>
        <p:nvPicPr>
          <p:cNvPr id="60" name="Graphic 59" descr="Database outline">
            <a:extLst>
              <a:ext uri="{FF2B5EF4-FFF2-40B4-BE49-F238E27FC236}">
                <a16:creationId xmlns:a16="http://schemas.microsoft.com/office/drawing/2014/main" id="{5D002894-55FE-D7FF-4ED8-E369D61256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1972641"/>
            <a:ext cx="1027083" cy="1027083"/>
          </a:xfrm>
          <a:prstGeom prst="rect">
            <a:avLst/>
          </a:prstGeom>
        </p:spPr>
      </p:pic>
      <p:pic>
        <p:nvPicPr>
          <p:cNvPr id="61" name="Graphic 60" descr="Database outline">
            <a:extLst>
              <a:ext uri="{FF2B5EF4-FFF2-40B4-BE49-F238E27FC236}">
                <a16:creationId xmlns:a16="http://schemas.microsoft.com/office/drawing/2014/main" id="{DFDCB8AF-F03B-7C85-CE34-B5F537795F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802642"/>
            <a:ext cx="1027083" cy="102708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543EB127-A91D-B1BF-D1EF-CF96871D17D7}"/>
              </a:ext>
            </a:extLst>
          </p:cNvPr>
          <p:cNvSpPr txBox="1"/>
          <p:nvPr/>
        </p:nvSpPr>
        <p:spPr>
          <a:xfrm rot="5400000">
            <a:off x="3760014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6B519C6-4C95-CD45-201A-A6C25C46EEA6}"/>
              </a:ext>
            </a:extLst>
          </p:cNvPr>
          <p:cNvSpPr txBox="1"/>
          <p:nvPr/>
        </p:nvSpPr>
        <p:spPr>
          <a:xfrm rot="5400000">
            <a:off x="3760014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B7CA5E2-FA42-1889-71EB-18430E800131}"/>
              </a:ext>
            </a:extLst>
          </p:cNvPr>
          <p:cNvSpPr/>
          <p:nvPr/>
        </p:nvSpPr>
        <p:spPr>
          <a:xfrm>
            <a:off x="2150134" y="850845"/>
            <a:ext cx="2239055" cy="328774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F7888F-235B-0A83-444D-007A9D6BE913}"/>
              </a:ext>
            </a:extLst>
          </p:cNvPr>
          <p:cNvSpPr/>
          <p:nvPr/>
        </p:nvSpPr>
        <p:spPr>
          <a:xfrm>
            <a:off x="2161491" y="4679400"/>
            <a:ext cx="2239055" cy="113220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phic 2" descr="Database outline">
            <a:extLst>
              <a:ext uri="{FF2B5EF4-FFF2-40B4-BE49-F238E27FC236}">
                <a16:creationId xmlns:a16="http://schemas.microsoft.com/office/drawing/2014/main" id="{2E19FF8B-19FE-29A6-C35A-7AACB33087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6335" y="4733134"/>
            <a:ext cx="1027083" cy="1027083"/>
          </a:xfrm>
          <a:prstGeom prst="rect">
            <a:avLst/>
          </a:prstGeom>
        </p:spPr>
      </p:pic>
      <p:pic>
        <p:nvPicPr>
          <p:cNvPr id="4" name="Graphic 3" descr="Database outline">
            <a:extLst>
              <a:ext uri="{FF2B5EF4-FFF2-40B4-BE49-F238E27FC236}">
                <a16:creationId xmlns:a16="http://schemas.microsoft.com/office/drawing/2014/main" id="{B7CBD195-28A7-976B-D18C-7C279E14B7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1736" y="4738646"/>
            <a:ext cx="1027083" cy="1027083"/>
          </a:xfrm>
          <a:prstGeom prst="rect">
            <a:avLst/>
          </a:prstGeom>
        </p:spPr>
      </p:pic>
      <p:grpSp>
        <p:nvGrpSpPr>
          <p:cNvPr id="121" name="Group 120">
            <a:extLst>
              <a:ext uri="{FF2B5EF4-FFF2-40B4-BE49-F238E27FC236}">
                <a16:creationId xmlns:a16="http://schemas.microsoft.com/office/drawing/2014/main" id="{3A61F7A9-EB4D-BC2B-A2C6-1CAD265FC600}"/>
              </a:ext>
            </a:extLst>
          </p:cNvPr>
          <p:cNvGrpSpPr/>
          <p:nvPr/>
        </p:nvGrpSpPr>
        <p:grpSpPr>
          <a:xfrm>
            <a:off x="5478003" y="850840"/>
            <a:ext cx="2869285" cy="3287745"/>
            <a:chOff x="5830784" y="1007352"/>
            <a:chExt cx="2689955" cy="3082261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DE36A8A-FA2A-06EA-F32D-FCFBD6E87A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248A64E-D40A-B58B-125C-165695851F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C28B9D0-9474-BB5B-E6AA-A7184D641DB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22C6C55-D8EF-560A-CE38-8150EA3F15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EF9ED33-AAA5-2F8F-7EA5-0A1706CC372E}"/>
                </a:ext>
              </a:extLst>
            </p:cNvPr>
            <p:cNvSpPr txBox="1"/>
            <p:nvPr/>
          </p:nvSpPr>
          <p:spPr>
            <a:xfrm rot="5400000">
              <a:off x="5938345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DC72815-1B2F-F67B-BB59-753A09742E3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9BA0FBA-8350-C9E1-09B5-BC748380DA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AD46ECA-5D18-720F-B492-4506618159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D681C7E-9BAD-0494-7F08-49E2D8F745B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CA7B6F1-0585-EAC3-F218-14DD8DB48F83}"/>
                </a:ext>
              </a:extLst>
            </p:cNvPr>
            <p:cNvSpPr txBox="1"/>
            <p:nvPr/>
          </p:nvSpPr>
          <p:spPr>
            <a:xfrm rot="5400000">
              <a:off x="6709683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83D263D-0F19-5FD7-CD2A-DA280B22711B}"/>
                </a:ext>
              </a:extLst>
            </p:cNvPr>
            <p:cNvCxnSpPr>
              <a:stCxn id="6" idx="6"/>
              <a:endCxn id="12" idx="2"/>
            </p:cNvCxnSpPr>
            <p:nvPr/>
          </p:nvCxnSpPr>
          <p:spPr>
            <a:xfrm>
              <a:off x="6230277" y="225016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3582E55-3C37-1E5B-FBC5-D2EDDA3EE15C}"/>
                </a:ext>
              </a:extLst>
            </p:cNvPr>
            <p:cNvCxnSpPr>
              <a:cxnSpLocks/>
              <a:stCxn id="6" idx="6"/>
              <a:endCxn id="16" idx="2"/>
            </p:cNvCxnSpPr>
            <p:nvPr/>
          </p:nvCxnSpPr>
          <p:spPr>
            <a:xfrm>
              <a:off x="6230277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2D7D55B-3711-95A7-6AFC-FB89D8A8EA34}"/>
                </a:ext>
              </a:extLst>
            </p:cNvPr>
            <p:cNvCxnSpPr>
              <a:cxnSpLocks/>
              <a:stCxn id="6" idx="6"/>
              <a:endCxn id="17" idx="1"/>
            </p:cNvCxnSpPr>
            <p:nvPr/>
          </p:nvCxnSpPr>
          <p:spPr>
            <a:xfrm>
              <a:off x="6230277" y="2250165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14CE172-AC67-E3A6-0956-E83A287AB263}"/>
                </a:ext>
              </a:extLst>
            </p:cNvPr>
            <p:cNvCxnSpPr>
              <a:cxnSpLocks/>
              <a:stCxn id="6" idx="6"/>
              <a:endCxn id="18" idx="1"/>
            </p:cNvCxnSpPr>
            <p:nvPr/>
          </p:nvCxnSpPr>
          <p:spPr>
            <a:xfrm>
              <a:off x="6230277" y="2250165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302045C-6581-0FC1-1A91-92EFE5507D29}"/>
                </a:ext>
              </a:extLst>
            </p:cNvPr>
            <p:cNvCxnSpPr>
              <a:cxnSpLocks/>
              <a:stCxn id="7" idx="6"/>
              <a:endCxn id="12" idx="2"/>
            </p:cNvCxnSpPr>
            <p:nvPr/>
          </p:nvCxnSpPr>
          <p:spPr>
            <a:xfrm flipV="1">
              <a:off x="6230277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20C11543-D343-6E96-FE41-7E69FD156F14}"/>
                </a:ext>
              </a:extLst>
            </p:cNvPr>
            <p:cNvCxnSpPr>
              <a:cxnSpLocks/>
              <a:stCxn id="7" idx="6"/>
              <a:endCxn id="16" idx="2"/>
            </p:cNvCxnSpPr>
            <p:nvPr/>
          </p:nvCxnSpPr>
          <p:spPr>
            <a:xfrm>
              <a:off x="6230277" y="2649506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DA4B719B-6001-DC5B-F1D1-40686E3BABD0}"/>
                </a:ext>
              </a:extLst>
            </p:cNvPr>
            <p:cNvCxnSpPr>
              <a:cxnSpLocks/>
              <a:stCxn id="7" idx="6"/>
              <a:endCxn id="17" idx="2"/>
            </p:cNvCxnSpPr>
            <p:nvPr/>
          </p:nvCxnSpPr>
          <p:spPr>
            <a:xfrm>
              <a:off x="6230277" y="2649506"/>
              <a:ext cx="497018" cy="78266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041C5617-69CA-878F-A6FA-0AD7AC430745}"/>
                </a:ext>
              </a:extLst>
            </p:cNvPr>
            <p:cNvCxnSpPr>
              <a:cxnSpLocks/>
              <a:stCxn id="7" idx="6"/>
              <a:endCxn id="18" idx="1"/>
            </p:cNvCxnSpPr>
            <p:nvPr/>
          </p:nvCxnSpPr>
          <p:spPr>
            <a:xfrm>
              <a:off x="6230277" y="2649506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C8AE3F79-02A0-D865-3401-663EAFE66375}"/>
                </a:ext>
              </a:extLst>
            </p:cNvPr>
            <p:cNvCxnSpPr>
              <a:cxnSpLocks/>
              <a:stCxn id="8" idx="6"/>
              <a:endCxn id="12" idx="3"/>
            </p:cNvCxnSpPr>
            <p:nvPr/>
          </p:nvCxnSpPr>
          <p:spPr>
            <a:xfrm flipV="1">
              <a:off x="6230277" y="2347152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28E772C0-E842-A988-4658-2E2AFCB9099E}"/>
                </a:ext>
              </a:extLst>
            </p:cNvPr>
            <p:cNvCxnSpPr>
              <a:cxnSpLocks/>
              <a:stCxn id="8" idx="6"/>
              <a:endCxn id="16" idx="3"/>
            </p:cNvCxnSpPr>
            <p:nvPr/>
          </p:nvCxnSpPr>
          <p:spPr>
            <a:xfrm flipV="1">
              <a:off x="6230277" y="2746493"/>
              <a:ext cx="537191" cy="68568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B1607DDE-6125-EA7A-E238-5F88E8BA2DE9}"/>
                </a:ext>
              </a:extLst>
            </p:cNvPr>
            <p:cNvCxnSpPr>
              <a:cxnSpLocks/>
              <a:stCxn id="8" idx="6"/>
              <a:endCxn id="17" idx="2"/>
            </p:cNvCxnSpPr>
            <p:nvPr/>
          </p:nvCxnSpPr>
          <p:spPr>
            <a:xfrm>
              <a:off x="6230277" y="343217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B9B70F79-D2A5-AFB5-28A2-144803D2379C}"/>
                </a:ext>
              </a:extLst>
            </p:cNvPr>
            <p:cNvCxnSpPr>
              <a:cxnSpLocks/>
              <a:stCxn id="8" idx="6"/>
              <a:endCxn id="18" idx="2"/>
            </p:cNvCxnSpPr>
            <p:nvPr/>
          </p:nvCxnSpPr>
          <p:spPr>
            <a:xfrm>
              <a:off x="6230277" y="3432175"/>
              <a:ext cx="497018" cy="40412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8B76333E-2C25-C784-3721-5A699F82F7FC}"/>
                </a:ext>
              </a:extLst>
            </p:cNvPr>
            <p:cNvCxnSpPr>
              <a:cxnSpLocks/>
              <a:stCxn id="9" idx="6"/>
              <a:endCxn id="18" idx="2"/>
            </p:cNvCxnSpPr>
            <p:nvPr/>
          </p:nvCxnSpPr>
          <p:spPr>
            <a:xfrm>
              <a:off x="6230277" y="3836297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16C6536D-DE9C-DEE4-41EE-B2915970FB43}"/>
                </a:ext>
              </a:extLst>
            </p:cNvPr>
            <p:cNvCxnSpPr>
              <a:cxnSpLocks/>
              <a:stCxn id="9" idx="6"/>
              <a:endCxn id="17" idx="3"/>
            </p:cNvCxnSpPr>
            <p:nvPr/>
          </p:nvCxnSpPr>
          <p:spPr>
            <a:xfrm flipV="1">
              <a:off x="6230277" y="3529162"/>
              <a:ext cx="537191" cy="30713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6A82F086-9531-4E4B-86BC-96F4BCB04FCF}"/>
                </a:ext>
              </a:extLst>
            </p:cNvPr>
            <p:cNvCxnSpPr>
              <a:cxnSpLocks/>
              <a:stCxn id="9" idx="6"/>
              <a:endCxn id="16" idx="3"/>
            </p:cNvCxnSpPr>
            <p:nvPr/>
          </p:nvCxnSpPr>
          <p:spPr>
            <a:xfrm flipV="1">
              <a:off x="6230277" y="2746493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E1D3D819-9732-15D9-84A0-C40BE552EDB5}"/>
                </a:ext>
              </a:extLst>
            </p:cNvPr>
            <p:cNvCxnSpPr>
              <a:cxnSpLocks/>
              <a:stCxn id="9" idx="6"/>
              <a:endCxn id="12" idx="3"/>
            </p:cNvCxnSpPr>
            <p:nvPr/>
          </p:nvCxnSpPr>
          <p:spPr>
            <a:xfrm flipV="1">
              <a:off x="6230277" y="2347152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D75019BB-7159-F334-D427-08DC4AD936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394E1FD1-5B16-A3D7-61E2-4B93C50E7F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78E3CCAF-4BA1-F1C8-5AEF-E331D9CB7A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F2C08CFC-30CE-125C-DF96-161F52101C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4F3298E8-518B-5151-5B6D-CDB2EEA5D476}"/>
                </a:ext>
              </a:extLst>
            </p:cNvPr>
            <p:cNvSpPr txBox="1"/>
            <p:nvPr/>
          </p:nvSpPr>
          <p:spPr>
            <a:xfrm rot="5400000">
              <a:off x="7362457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7775AA8-F55B-FC9A-A5CA-59292D9575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2CFAAF86-C4EB-2892-2D38-34BEBA4B1B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BC147DBD-20E4-16D8-1046-E64CA42D60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C67787B0-9433-5B76-746E-0984CEDB3B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12431883-8ACE-7A4C-02DE-557CD2726011}"/>
                </a:ext>
              </a:extLst>
            </p:cNvPr>
            <p:cNvSpPr txBox="1"/>
            <p:nvPr/>
          </p:nvSpPr>
          <p:spPr>
            <a:xfrm rot="5400000">
              <a:off x="8133795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49119938-86BD-1910-45B5-2AEA8090C081}"/>
                </a:ext>
              </a:extLst>
            </p:cNvPr>
            <p:cNvCxnSpPr>
              <a:stCxn id="90" idx="6"/>
              <a:endCxn id="95" idx="2"/>
            </p:cNvCxnSpPr>
            <p:nvPr/>
          </p:nvCxnSpPr>
          <p:spPr>
            <a:xfrm>
              <a:off x="7654389" y="225016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3240C586-FF3C-6A9B-E8D4-B7B6F52A78D2}"/>
                </a:ext>
              </a:extLst>
            </p:cNvPr>
            <p:cNvCxnSpPr>
              <a:cxnSpLocks/>
              <a:stCxn id="90" idx="6"/>
              <a:endCxn id="96" idx="2"/>
            </p:cNvCxnSpPr>
            <p:nvPr/>
          </p:nvCxnSpPr>
          <p:spPr>
            <a:xfrm>
              <a:off x="7654389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218EE7A2-31AB-AF0C-8B6B-E1169A677EDA}"/>
                </a:ext>
              </a:extLst>
            </p:cNvPr>
            <p:cNvCxnSpPr>
              <a:cxnSpLocks/>
              <a:stCxn id="90" idx="6"/>
              <a:endCxn id="97" idx="1"/>
            </p:cNvCxnSpPr>
            <p:nvPr/>
          </p:nvCxnSpPr>
          <p:spPr>
            <a:xfrm>
              <a:off x="7654389" y="2250165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44A185C5-B8B1-F13C-836F-D9BE50695AC2}"/>
                </a:ext>
              </a:extLst>
            </p:cNvPr>
            <p:cNvCxnSpPr>
              <a:cxnSpLocks/>
              <a:stCxn id="90" idx="6"/>
              <a:endCxn id="98" idx="1"/>
            </p:cNvCxnSpPr>
            <p:nvPr/>
          </p:nvCxnSpPr>
          <p:spPr>
            <a:xfrm>
              <a:off x="7654389" y="2250165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A315DDF2-780E-402D-B2EF-40B7BE4FBCE4}"/>
                </a:ext>
              </a:extLst>
            </p:cNvPr>
            <p:cNvCxnSpPr>
              <a:cxnSpLocks/>
              <a:stCxn id="91" idx="6"/>
              <a:endCxn id="95" idx="2"/>
            </p:cNvCxnSpPr>
            <p:nvPr/>
          </p:nvCxnSpPr>
          <p:spPr>
            <a:xfrm flipV="1">
              <a:off x="7654389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49E88976-B9A8-56DC-B3A3-6620B33D1B74}"/>
                </a:ext>
              </a:extLst>
            </p:cNvPr>
            <p:cNvCxnSpPr>
              <a:cxnSpLocks/>
              <a:stCxn id="91" idx="6"/>
              <a:endCxn id="96" idx="2"/>
            </p:cNvCxnSpPr>
            <p:nvPr/>
          </p:nvCxnSpPr>
          <p:spPr>
            <a:xfrm>
              <a:off x="7654389" y="2649506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A159B527-3A17-C80E-6325-3B62FCD9D61C}"/>
                </a:ext>
              </a:extLst>
            </p:cNvPr>
            <p:cNvCxnSpPr>
              <a:cxnSpLocks/>
              <a:stCxn id="91" idx="6"/>
              <a:endCxn id="97" idx="2"/>
            </p:cNvCxnSpPr>
            <p:nvPr/>
          </p:nvCxnSpPr>
          <p:spPr>
            <a:xfrm>
              <a:off x="7654389" y="2649506"/>
              <a:ext cx="497018" cy="78266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EFDA170E-7EC0-5BB6-7216-558FDD3F65F7}"/>
                </a:ext>
              </a:extLst>
            </p:cNvPr>
            <p:cNvCxnSpPr>
              <a:cxnSpLocks/>
              <a:stCxn id="91" idx="6"/>
              <a:endCxn id="98" idx="1"/>
            </p:cNvCxnSpPr>
            <p:nvPr/>
          </p:nvCxnSpPr>
          <p:spPr>
            <a:xfrm>
              <a:off x="7654389" y="2649506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734EBA1A-35FE-0559-FCAB-C36D50E1C27E}"/>
                </a:ext>
              </a:extLst>
            </p:cNvPr>
            <p:cNvCxnSpPr>
              <a:cxnSpLocks/>
              <a:stCxn id="92" idx="6"/>
              <a:endCxn id="95" idx="3"/>
            </p:cNvCxnSpPr>
            <p:nvPr/>
          </p:nvCxnSpPr>
          <p:spPr>
            <a:xfrm flipV="1">
              <a:off x="7654389" y="2347152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3A582A72-D858-8332-6039-29A674E81BED}"/>
                </a:ext>
              </a:extLst>
            </p:cNvPr>
            <p:cNvCxnSpPr>
              <a:cxnSpLocks/>
              <a:stCxn id="92" idx="6"/>
              <a:endCxn id="96" idx="3"/>
            </p:cNvCxnSpPr>
            <p:nvPr/>
          </p:nvCxnSpPr>
          <p:spPr>
            <a:xfrm flipV="1">
              <a:off x="7654389" y="2746493"/>
              <a:ext cx="537191" cy="68568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57D44F70-350A-9106-240C-7C6A5C6DE966}"/>
                </a:ext>
              </a:extLst>
            </p:cNvPr>
            <p:cNvCxnSpPr>
              <a:cxnSpLocks/>
              <a:stCxn id="92" idx="6"/>
              <a:endCxn id="97" idx="2"/>
            </p:cNvCxnSpPr>
            <p:nvPr/>
          </p:nvCxnSpPr>
          <p:spPr>
            <a:xfrm>
              <a:off x="7654389" y="343217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DBB18010-F8BA-8DCA-6C9A-5B98D13441D4}"/>
                </a:ext>
              </a:extLst>
            </p:cNvPr>
            <p:cNvCxnSpPr>
              <a:cxnSpLocks/>
              <a:stCxn id="92" idx="6"/>
              <a:endCxn id="98" idx="2"/>
            </p:cNvCxnSpPr>
            <p:nvPr/>
          </p:nvCxnSpPr>
          <p:spPr>
            <a:xfrm>
              <a:off x="7654389" y="3432175"/>
              <a:ext cx="497018" cy="40412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D744F92B-991A-7531-12DF-69EA176F57E8}"/>
                </a:ext>
              </a:extLst>
            </p:cNvPr>
            <p:cNvCxnSpPr>
              <a:cxnSpLocks/>
              <a:stCxn id="93" idx="6"/>
              <a:endCxn id="98" idx="2"/>
            </p:cNvCxnSpPr>
            <p:nvPr/>
          </p:nvCxnSpPr>
          <p:spPr>
            <a:xfrm>
              <a:off x="7654389" y="3836297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C65E246C-FFFE-54BD-6286-984D93BCD5F8}"/>
                </a:ext>
              </a:extLst>
            </p:cNvPr>
            <p:cNvCxnSpPr>
              <a:cxnSpLocks/>
              <a:stCxn id="93" idx="6"/>
              <a:endCxn id="97" idx="3"/>
            </p:cNvCxnSpPr>
            <p:nvPr/>
          </p:nvCxnSpPr>
          <p:spPr>
            <a:xfrm flipV="1">
              <a:off x="7654389" y="3529162"/>
              <a:ext cx="537191" cy="30713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9A15CE8F-F760-DA2A-DF93-04573816A32A}"/>
                </a:ext>
              </a:extLst>
            </p:cNvPr>
            <p:cNvCxnSpPr>
              <a:cxnSpLocks/>
              <a:stCxn id="93" idx="6"/>
              <a:endCxn id="96" idx="3"/>
            </p:cNvCxnSpPr>
            <p:nvPr/>
          </p:nvCxnSpPr>
          <p:spPr>
            <a:xfrm flipV="1">
              <a:off x="7654389" y="2746493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60AF95C5-2A82-578C-3300-8F31D3223DB1}"/>
                </a:ext>
              </a:extLst>
            </p:cNvPr>
            <p:cNvCxnSpPr>
              <a:cxnSpLocks/>
              <a:stCxn id="93" idx="6"/>
              <a:endCxn id="95" idx="3"/>
            </p:cNvCxnSpPr>
            <p:nvPr/>
          </p:nvCxnSpPr>
          <p:spPr>
            <a:xfrm flipV="1">
              <a:off x="7654389" y="2347152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1C38C137-860B-4B0E-6B61-E5E7521E59B1}"/>
                </a:ext>
              </a:extLst>
            </p:cNvPr>
            <p:cNvSpPr txBox="1"/>
            <p:nvPr/>
          </p:nvSpPr>
          <p:spPr>
            <a:xfrm>
              <a:off x="6974050" y="2016096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CA898947-1BB0-3818-AF9F-FB9D7BDA0DA8}"/>
                </a:ext>
              </a:extLst>
            </p:cNvPr>
            <p:cNvSpPr txBox="1"/>
            <p:nvPr/>
          </p:nvSpPr>
          <p:spPr>
            <a:xfrm>
              <a:off x="6990255" y="2418140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2F5B3E25-670E-71A5-7452-B1FEF0A2E3FA}"/>
                </a:ext>
              </a:extLst>
            </p:cNvPr>
            <p:cNvSpPr txBox="1"/>
            <p:nvPr/>
          </p:nvSpPr>
          <p:spPr>
            <a:xfrm>
              <a:off x="6990255" y="3197293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1BF16DBC-DAC8-D070-8D07-4EA5167036A4}"/>
                </a:ext>
              </a:extLst>
            </p:cNvPr>
            <p:cNvSpPr txBox="1"/>
            <p:nvPr/>
          </p:nvSpPr>
          <p:spPr>
            <a:xfrm>
              <a:off x="6996398" y="3607010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21981834-525A-F48C-2EC2-329D9CEE951A}"/>
                </a:ext>
              </a:extLst>
            </p:cNvPr>
            <p:cNvSpPr/>
            <p:nvPr/>
          </p:nvSpPr>
          <p:spPr>
            <a:xfrm>
              <a:off x="5830784" y="1007352"/>
              <a:ext cx="2689955" cy="308226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B3454E7-94EC-942F-C415-30510A59192C}"/>
              </a:ext>
            </a:extLst>
          </p:cNvPr>
          <p:cNvCxnSpPr>
            <a:cxnSpLocks/>
          </p:cNvCxnSpPr>
          <p:nvPr/>
        </p:nvCxnSpPr>
        <p:spPr>
          <a:xfrm>
            <a:off x="4518819" y="2599491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F955BA91-B008-A578-9E28-D2417BD4F91E}"/>
              </a:ext>
            </a:extLst>
          </p:cNvPr>
          <p:cNvSpPr txBox="1"/>
          <p:nvPr/>
        </p:nvSpPr>
        <p:spPr>
          <a:xfrm>
            <a:off x="4398086" y="2136429"/>
            <a:ext cx="1061957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</p:txBody>
      </p:sp>
      <p:cxnSp>
        <p:nvCxnSpPr>
          <p:cNvPr id="129" name="Elbow Connector 128">
            <a:extLst>
              <a:ext uri="{FF2B5EF4-FFF2-40B4-BE49-F238E27FC236}">
                <a16:creationId xmlns:a16="http://schemas.microsoft.com/office/drawing/2014/main" id="{BF5095A8-3A08-931C-633D-9E13CDDE404B}"/>
              </a:ext>
            </a:extLst>
          </p:cNvPr>
          <p:cNvCxnSpPr>
            <a:cxnSpLocks/>
            <a:endCxn id="120" idx="2"/>
          </p:cNvCxnSpPr>
          <p:nvPr/>
        </p:nvCxnSpPr>
        <p:spPr>
          <a:xfrm flipV="1">
            <a:off x="4518820" y="4138585"/>
            <a:ext cx="2393827" cy="1106918"/>
          </a:xfrm>
          <a:prstGeom prst="bentConnector2">
            <a:avLst/>
          </a:prstGeom>
          <a:ln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E35F4164-5A02-918C-CCE0-BD09502C68E5}"/>
              </a:ext>
            </a:extLst>
          </p:cNvPr>
          <p:cNvSpPr txBox="1"/>
          <p:nvPr/>
        </p:nvSpPr>
        <p:spPr>
          <a:xfrm>
            <a:off x="4637093" y="4851549"/>
            <a:ext cx="2135521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Additional training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5D55796-CD72-C73E-CD11-AF80A157EA38}"/>
              </a:ext>
            </a:extLst>
          </p:cNvPr>
          <p:cNvSpPr txBox="1"/>
          <p:nvPr/>
        </p:nvSpPr>
        <p:spPr>
          <a:xfrm>
            <a:off x="81152" y="1216526"/>
            <a:ext cx="1330814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Simulation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F981BE9-0049-B6C3-B7C4-987EC13E88B1}"/>
              </a:ext>
            </a:extLst>
          </p:cNvPr>
          <p:cNvSpPr txBox="1"/>
          <p:nvPr/>
        </p:nvSpPr>
        <p:spPr>
          <a:xfrm>
            <a:off x="279497" y="3985831"/>
            <a:ext cx="93647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Reality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5E000585-6DC5-B8AC-8F8E-AEA6F2905CDD}"/>
              </a:ext>
            </a:extLst>
          </p:cNvPr>
          <p:cNvCxnSpPr>
            <a:cxnSpLocks/>
          </p:cNvCxnSpPr>
          <p:nvPr/>
        </p:nvCxnSpPr>
        <p:spPr>
          <a:xfrm>
            <a:off x="8407502" y="2599491"/>
            <a:ext cx="72009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2A73F323-8616-79A4-2F5F-5B57286EAF7B}"/>
              </a:ext>
            </a:extLst>
          </p:cNvPr>
          <p:cNvSpPr txBox="1"/>
          <p:nvPr/>
        </p:nvSpPr>
        <p:spPr>
          <a:xfrm>
            <a:off x="8822666" y="1376481"/>
            <a:ext cx="174278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New materials</a:t>
            </a:r>
          </a:p>
        </p:txBody>
      </p:sp>
      <p:cxnSp>
        <p:nvCxnSpPr>
          <p:cNvPr id="138" name="Elbow Connector 137">
            <a:extLst>
              <a:ext uri="{FF2B5EF4-FFF2-40B4-BE49-F238E27FC236}">
                <a16:creationId xmlns:a16="http://schemas.microsoft.com/office/drawing/2014/main" id="{605A81A3-4F92-04EE-C356-AE27263EE4E8}"/>
              </a:ext>
            </a:extLst>
          </p:cNvPr>
          <p:cNvCxnSpPr>
            <a:cxnSpLocks/>
            <a:stCxn id="35" idx="2"/>
            <a:endCxn id="50" idx="2"/>
          </p:cNvCxnSpPr>
          <p:nvPr/>
        </p:nvCxnSpPr>
        <p:spPr>
          <a:xfrm rot="5400000" flipH="1" flipV="1">
            <a:off x="3885943" y="261632"/>
            <a:ext cx="2666228" cy="8937159"/>
          </a:xfrm>
          <a:prstGeom prst="bentConnector3">
            <a:avLst>
              <a:gd name="adj1" fmla="val -9146"/>
            </a:avLst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Elbow Connector 140">
            <a:extLst>
              <a:ext uri="{FF2B5EF4-FFF2-40B4-BE49-F238E27FC236}">
                <a16:creationId xmlns:a16="http://schemas.microsoft.com/office/drawing/2014/main" id="{D27DD310-6C87-4EE5-B491-E2154D66DF1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147529" y="-3113236"/>
            <a:ext cx="159955" cy="8946699"/>
          </a:xfrm>
          <a:prstGeom prst="bentConnector3">
            <a:avLst>
              <a:gd name="adj1" fmla="val -412217"/>
            </a:avLst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C7C018AD-2E40-492A-C225-CBBC60268952}"/>
              </a:ext>
            </a:extLst>
          </p:cNvPr>
          <p:cNvSpPr txBox="1"/>
          <p:nvPr/>
        </p:nvSpPr>
        <p:spPr>
          <a:xfrm>
            <a:off x="7331619" y="5078837"/>
            <a:ext cx="103265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Physics</a:t>
            </a:r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D5716B7-2083-1E04-D6D2-E8C9FA50F99B}"/>
              </a:ext>
            </a:extLst>
          </p:cNvPr>
          <p:cNvCxnSpPr>
            <a:cxnSpLocks/>
          </p:cNvCxnSpPr>
          <p:nvPr/>
        </p:nvCxnSpPr>
        <p:spPr>
          <a:xfrm>
            <a:off x="7854154" y="4169723"/>
            <a:ext cx="0" cy="944215"/>
          </a:xfrm>
          <a:prstGeom prst="line">
            <a:avLst/>
          </a:prstGeom>
          <a:ln>
            <a:solidFill>
              <a:srgbClr val="703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54854757-ECF2-ACE3-AF22-D4B7C63EC049}"/>
                  </a:ext>
                </a:extLst>
              </p:cNvPr>
              <p:cNvSpPr txBox="1"/>
              <p:nvPr/>
            </p:nvSpPr>
            <p:spPr>
              <a:xfrm>
                <a:off x="7300806" y="5472966"/>
                <a:ext cx="1107419" cy="295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ℋ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en-US" sz="192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54854757-ECF2-ACE3-AF22-D4B7C63EC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806" y="5472966"/>
                <a:ext cx="1107419" cy="295466"/>
              </a:xfrm>
              <a:prstGeom prst="rect">
                <a:avLst/>
              </a:prstGeom>
              <a:blipFill>
                <a:blip r:embed="rId9"/>
                <a:stretch>
                  <a:fillRect l="-8046" r="-8046"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Graphic 24" descr="Scientific Thought outline">
            <a:extLst>
              <a:ext uri="{FF2B5EF4-FFF2-40B4-BE49-F238E27FC236}">
                <a16:creationId xmlns:a16="http://schemas.microsoft.com/office/drawing/2014/main" id="{86EB534D-4263-347B-FB2D-DB92F72E99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24966" y="925823"/>
            <a:ext cx="975360" cy="975360"/>
          </a:xfrm>
          <a:prstGeom prst="rect">
            <a:avLst/>
          </a:prstGeom>
        </p:spPr>
      </p:pic>
      <p:pic>
        <p:nvPicPr>
          <p:cNvPr id="50" name="Picture 49" descr="A person with white hair and a mustache wearing a metal robot&#10;&#10;AI-generated content may be incorrect.">
            <a:extLst>
              <a:ext uri="{FF2B5EF4-FFF2-40B4-BE49-F238E27FC236}">
                <a16:creationId xmlns:a16="http://schemas.microsoft.com/office/drawing/2014/main" id="{B7622F5C-06D9-518D-CEB5-4188D523075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51189" y="1787753"/>
            <a:ext cx="1072896" cy="1609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913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2D395-48F5-87D0-30A8-CB75026A5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 descr="Database outline">
            <a:extLst>
              <a:ext uri="{FF2B5EF4-FFF2-40B4-BE49-F238E27FC236}">
                <a16:creationId xmlns:a16="http://schemas.microsoft.com/office/drawing/2014/main" id="{C1FA213B-69D1-20A9-D515-6464B16EBD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3144059"/>
            <a:ext cx="1027083" cy="1027083"/>
          </a:xfrm>
          <a:prstGeom prst="rect">
            <a:avLst/>
          </a:prstGeom>
        </p:spPr>
      </p:pic>
      <p:pic>
        <p:nvPicPr>
          <p:cNvPr id="13" name="Graphic 12" descr="Robot outline">
            <a:extLst>
              <a:ext uri="{FF2B5EF4-FFF2-40B4-BE49-F238E27FC236}">
                <a16:creationId xmlns:a16="http://schemas.microsoft.com/office/drawing/2014/main" id="{7E2A2A52-2FC5-EE3B-CECF-D92A01EC04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6808" y="1645831"/>
            <a:ext cx="1683540" cy="1683540"/>
          </a:xfrm>
          <a:prstGeom prst="rect">
            <a:avLst/>
          </a:prstGeom>
        </p:spPr>
      </p:pic>
      <p:pic>
        <p:nvPicPr>
          <p:cNvPr id="14" name="Graphic 13" descr="Database outline">
            <a:extLst>
              <a:ext uri="{FF2B5EF4-FFF2-40B4-BE49-F238E27FC236}">
                <a16:creationId xmlns:a16="http://schemas.microsoft.com/office/drawing/2014/main" id="{8B0CECF9-0C99-2A7D-1AA6-B9F091A894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1974060"/>
            <a:ext cx="1027083" cy="1027083"/>
          </a:xfrm>
          <a:prstGeom prst="rect">
            <a:avLst/>
          </a:prstGeom>
        </p:spPr>
      </p:pic>
      <p:pic>
        <p:nvPicPr>
          <p:cNvPr id="15" name="Graphic 14" descr="Database outline">
            <a:extLst>
              <a:ext uri="{FF2B5EF4-FFF2-40B4-BE49-F238E27FC236}">
                <a16:creationId xmlns:a16="http://schemas.microsoft.com/office/drawing/2014/main" id="{1E903070-B8BB-D4C6-0E64-890076EA5A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804061"/>
            <a:ext cx="1027083" cy="102708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52C6280-C192-8F76-D325-D6ACAE7F1D18}"/>
              </a:ext>
            </a:extLst>
          </p:cNvPr>
          <p:cNvSpPr txBox="1"/>
          <p:nvPr/>
        </p:nvSpPr>
        <p:spPr>
          <a:xfrm rot="5400000">
            <a:off x="2327351" y="170870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425ABE-CFA5-119A-69AC-EE0CB4429EE6}"/>
              </a:ext>
            </a:extLst>
          </p:cNvPr>
          <p:cNvSpPr txBox="1"/>
          <p:nvPr/>
        </p:nvSpPr>
        <p:spPr>
          <a:xfrm rot="5400000">
            <a:off x="2327351" y="2878701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35" name="Graphic 34" descr="Man outline">
            <a:extLst>
              <a:ext uri="{FF2B5EF4-FFF2-40B4-BE49-F238E27FC236}">
                <a16:creationId xmlns:a16="http://schemas.microsoft.com/office/drawing/2014/main" id="{F1CF26A0-F87C-3CD0-B388-9AC5435E71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1292" y="4379785"/>
            <a:ext cx="1683540" cy="1683540"/>
          </a:xfrm>
          <a:prstGeom prst="rect">
            <a:avLst/>
          </a:prstGeom>
        </p:spPr>
      </p:pic>
      <p:pic>
        <p:nvPicPr>
          <p:cNvPr id="36" name="Graphic 35" descr="Database outline">
            <a:extLst>
              <a:ext uri="{FF2B5EF4-FFF2-40B4-BE49-F238E27FC236}">
                <a16:creationId xmlns:a16="http://schemas.microsoft.com/office/drawing/2014/main" id="{FF0B996D-7340-734D-1E2E-F3AA6779E7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43218" y="4734552"/>
            <a:ext cx="1027083" cy="1027083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1E731F4-8DB2-2C97-C4AC-8A4DD98B06FB}"/>
              </a:ext>
            </a:extLst>
          </p:cNvPr>
          <p:cNvCxnSpPr>
            <a:cxnSpLocks/>
          </p:cNvCxnSpPr>
          <p:nvPr/>
        </p:nvCxnSpPr>
        <p:spPr>
          <a:xfrm flipV="1">
            <a:off x="1285163" y="1493932"/>
            <a:ext cx="758055" cy="493076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5DC82F6-B61B-7BE6-15C4-6F94ABDA9392}"/>
              </a:ext>
            </a:extLst>
          </p:cNvPr>
          <p:cNvCxnSpPr>
            <a:cxnSpLocks/>
          </p:cNvCxnSpPr>
          <p:nvPr/>
        </p:nvCxnSpPr>
        <p:spPr>
          <a:xfrm>
            <a:off x="1280702" y="2487600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8E1E0B0-E2F1-2A14-0E46-51D2AD6AF0A5}"/>
              </a:ext>
            </a:extLst>
          </p:cNvPr>
          <p:cNvCxnSpPr>
            <a:cxnSpLocks/>
          </p:cNvCxnSpPr>
          <p:nvPr/>
        </p:nvCxnSpPr>
        <p:spPr>
          <a:xfrm>
            <a:off x="1280702" y="2999724"/>
            <a:ext cx="815398" cy="514959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C5FFFDB-7BA0-6036-54A2-150FFADD7C30}"/>
              </a:ext>
            </a:extLst>
          </p:cNvPr>
          <p:cNvCxnSpPr>
            <a:cxnSpLocks/>
          </p:cNvCxnSpPr>
          <p:nvPr/>
        </p:nvCxnSpPr>
        <p:spPr>
          <a:xfrm>
            <a:off x="1314779" y="5249470"/>
            <a:ext cx="815398" cy="0"/>
          </a:xfrm>
          <a:prstGeom prst="line">
            <a:avLst/>
          </a:prstGeom>
          <a:ln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Graphic 53" descr="Database outline">
            <a:extLst>
              <a:ext uri="{FF2B5EF4-FFF2-40B4-BE49-F238E27FC236}">
                <a16:creationId xmlns:a16="http://schemas.microsoft.com/office/drawing/2014/main" id="{A179FE13-3048-2111-B0EF-0778D279F4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3142640"/>
            <a:ext cx="1027083" cy="1027083"/>
          </a:xfrm>
          <a:prstGeom prst="rect">
            <a:avLst/>
          </a:prstGeom>
        </p:spPr>
      </p:pic>
      <p:pic>
        <p:nvPicPr>
          <p:cNvPr id="55" name="Graphic 54" descr="Database outline">
            <a:extLst>
              <a:ext uri="{FF2B5EF4-FFF2-40B4-BE49-F238E27FC236}">
                <a16:creationId xmlns:a16="http://schemas.microsoft.com/office/drawing/2014/main" id="{6911F7FB-9687-F3E4-2813-94EAB2B2CA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1972641"/>
            <a:ext cx="1027083" cy="1027083"/>
          </a:xfrm>
          <a:prstGeom prst="rect">
            <a:avLst/>
          </a:prstGeom>
        </p:spPr>
      </p:pic>
      <p:pic>
        <p:nvPicPr>
          <p:cNvPr id="56" name="Graphic 55" descr="Database outline">
            <a:extLst>
              <a:ext uri="{FF2B5EF4-FFF2-40B4-BE49-F238E27FC236}">
                <a16:creationId xmlns:a16="http://schemas.microsoft.com/office/drawing/2014/main" id="{6F770F5A-6701-4D2C-CAD4-5168E300F9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802642"/>
            <a:ext cx="1027083" cy="102708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42B4EC9B-C92F-676B-B49D-E53348E47036}"/>
              </a:ext>
            </a:extLst>
          </p:cNvPr>
          <p:cNvSpPr txBox="1"/>
          <p:nvPr/>
        </p:nvSpPr>
        <p:spPr>
          <a:xfrm rot="5400000">
            <a:off x="3040598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3D0ED93-23C2-0DA6-F58F-A2AC735750EF}"/>
              </a:ext>
            </a:extLst>
          </p:cNvPr>
          <p:cNvSpPr txBox="1"/>
          <p:nvPr/>
        </p:nvSpPr>
        <p:spPr>
          <a:xfrm rot="5400000">
            <a:off x="3040598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59" name="Graphic 58" descr="Database outline">
            <a:extLst>
              <a:ext uri="{FF2B5EF4-FFF2-40B4-BE49-F238E27FC236}">
                <a16:creationId xmlns:a16="http://schemas.microsoft.com/office/drawing/2014/main" id="{1799959C-4E00-905D-9DEB-6FDAF87EE2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3142640"/>
            <a:ext cx="1027083" cy="1027083"/>
          </a:xfrm>
          <a:prstGeom prst="rect">
            <a:avLst/>
          </a:prstGeom>
        </p:spPr>
      </p:pic>
      <p:pic>
        <p:nvPicPr>
          <p:cNvPr id="60" name="Graphic 59" descr="Database outline">
            <a:extLst>
              <a:ext uri="{FF2B5EF4-FFF2-40B4-BE49-F238E27FC236}">
                <a16:creationId xmlns:a16="http://schemas.microsoft.com/office/drawing/2014/main" id="{8B2B01A9-C019-0AFB-D2B6-17667FF5A7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1972641"/>
            <a:ext cx="1027083" cy="1027083"/>
          </a:xfrm>
          <a:prstGeom prst="rect">
            <a:avLst/>
          </a:prstGeom>
        </p:spPr>
      </p:pic>
      <p:pic>
        <p:nvPicPr>
          <p:cNvPr id="61" name="Graphic 60" descr="Database outline">
            <a:extLst>
              <a:ext uri="{FF2B5EF4-FFF2-40B4-BE49-F238E27FC236}">
                <a16:creationId xmlns:a16="http://schemas.microsoft.com/office/drawing/2014/main" id="{ABC68A95-67C0-E0A2-6F8C-84DEAC3566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802642"/>
            <a:ext cx="1027083" cy="102708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A4103BAA-A368-F92D-1A3D-0BAFF343C904}"/>
              </a:ext>
            </a:extLst>
          </p:cNvPr>
          <p:cNvSpPr txBox="1"/>
          <p:nvPr/>
        </p:nvSpPr>
        <p:spPr>
          <a:xfrm rot="5400000">
            <a:off x="3760014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A93EF77-0CE9-B6E9-FAC6-034CBDEECFCD}"/>
              </a:ext>
            </a:extLst>
          </p:cNvPr>
          <p:cNvSpPr txBox="1"/>
          <p:nvPr/>
        </p:nvSpPr>
        <p:spPr>
          <a:xfrm rot="5400000">
            <a:off x="3760014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DC4053E-1139-3EB8-E76D-BA70EFD9274F}"/>
              </a:ext>
            </a:extLst>
          </p:cNvPr>
          <p:cNvSpPr/>
          <p:nvPr/>
        </p:nvSpPr>
        <p:spPr>
          <a:xfrm>
            <a:off x="2150134" y="850845"/>
            <a:ext cx="2239055" cy="328774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694652-6669-4B67-BBA2-041E81611825}"/>
              </a:ext>
            </a:extLst>
          </p:cNvPr>
          <p:cNvSpPr/>
          <p:nvPr/>
        </p:nvSpPr>
        <p:spPr>
          <a:xfrm>
            <a:off x="2161491" y="4679400"/>
            <a:ext cx="2239055" cy="113220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phic 2" descr="Database outline">
            <a:extLst>
              <a:ext uri="{FF2B5EF4-FFF2-40B4-BE49-F238E27FC236}">
                <a16:creationId xmlns:a16="http://schemas.microsoft.com/office/drawing/2014/main" id="{ACCD2F24-211F-D35E-0C51-3F6EC3B49D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6335" y="4733134"/>
            <a:ext cx="1027083" cy="1027083"/>
          </a:xfrm>
          <a:prstGeom prst="rect">
            <a:avLst/>
          </a:prstGeom>
        </p:spPr>
      </p:pic>
      <p:pic>
        <p:nvPicPr>
          <p:cNvPr id="4" name="Graphic 3" descr="Database outline">
            <a:extLst>
              <a:ext uri="{FF2B5EF4-FFF2-40B4-BE49-F238E27FC236}">
                <a16:creationId xmlns:a16="http://schemas.microsoft.com/office/drawing/2014/main" id="{FCB3D59D-CDFB-65C1-3A79-D5BA859146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1736" y="4738646"/>
            <a:ext cx="1027083" cy="1027083"/>
          </a:xfrm>
          <a:prstGeom prst="rect">
            <a:avLst/>
          </a:prstGeom>
        </p:spPr>
      </p:pic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2F76B5C-9B58-8CC9-B971-FBCA95C74C97}"/>
              </a:ext>
            </a:extLst>
          </p:cNvPr>
          <p:cNvGrpSpPr/>
          <p:nvPr/>
        </p:nvGrpSpPr>
        <p:grpSpPr>
          <a:xfrm>
            <a:off x="5478003" y="850840"/>
            <a:ext cx="2869285" cy="3287745"/>
            <a:chOff x="5830784" y="1007352"/>
            <a:chExt cx="2689955" cy="3082261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A47F13D-DA7A-2F67-5242-6BB353F0BA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419B7BB-6E12-FD20-1C73-2BC027B456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28AAC9D-5A11-4557-B57D-D0FE01863D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E014800-238E-BA6F-7DF9-584E4864D2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535FE04-62A8-0ED5-2E14-3DC78491F0EB}"/>
                </a:ext>
              </a:extLst>
            </p:cNvPr>
            <p:cNvSpPr txBox="1"/>
            <p:nvPr/>
          </p:nvSpPr>
          <p:spPr>
            <a:xfrm rot="5400000">
              <a:off x="5938345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37568D4-08C6-B842-E9A1-4B708B82F4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743C760-DD09-1296-2826-164AABEF0D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615F105-717D-A55F-35BB-DE67618220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BFA6553-FFAC-AA5A-7D35-8291D5F0BE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DAB3430-4765-69C4-C07F-4716F8EB27AD}"/>
                </a:ext>
              </a:extLst>
            </p:cNvPr>
            <p:cNvSpPr txBox="1"/>
            <p:nvPr/>
          </p:nvSpPr>
          <p:spPr>
            <a:xfrm rot="5400000">
              <a:off x="6709683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AA2E5D5-C62F-58A3-0A3F-5DDF120DDA13}"/>
                </a:ext>
              </a:extLst>
            </p:cNvPr>
            <p:cNvCxnSpPr>
              <a:stCxn id="6" idx="6"/>
              <a:endCxn id="12" idx="2"/>
            </p:cNvCxnSpPr>
            <p:nvPr/>
          </p:nvCxnSpPr>
          <p:spPr>
            <a:xfrm>
              <a:off x="6230277" y="225016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ABAF2C2-1D40-878A-EF76-D8A21F09B455}"/>
                </a:ext>
              </a:extLst>
            </p:cNvPr>
            <p:cNvCxnSpPr>
              <a:cxnSpLocks/>
              <a:stCxn id="6" idx="6"/>
              <a:endCxn id="16" idx="2"/>
            </p:cNvCxnSpPr>
            <p:nvPr/>
          </p:nvCxnSpPr>
          <p:spPr>
            <a:xfrm>
              <a:off x="6230277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E0A7A8C1-C581-066F-8355-7A7E982FD571}"/>
                </a:ext>
              </a:extLst>
            </p:cNvPr>
            <p:cNvCxnSpPr>
              <a:cxnSpLocks/>
              <a:stCxn id="6" idx="6"/>
              <a:endCxn id="17" idx="1"/>
            </p:cNvCxnSpPr>
            <p:nvPr/>
          </p:nvCxnSpPr>
          <p:spPr>
            <a:xfrm>
              <a:off x="6230277" y="2250165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6B043C4-D995-271E-11F3-3C8C28E975C0}"/>
                </a:ext>
              </a:extLst>
            </p:cNvPr>
            <p:cNvCxnSpPr>
              <a:cxnSpLocks/>
              <a:stCxn id="6" idx="6"/>
              <a:endCxn id="18" idx="1"/>
            </p:cNvCxnSpPr>
            <p:nvPr/>
          </p:nvCxnSpPr>
          <p:spPr>
            <a:xfrm>
              <a:off x="6230277" y="2250165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8F1E4C1-1ECF-3F99-EF5B-AB1B08099CAF}"/>
                </a:ext>
              </a:extLst>
            </p:cNvPr>
            <p:cNvCxnSpPr>
              <a:cxnSpLocks/>
              <a:stCxn id="7" idx="6"/>
              <a:endCxn id="12" idx="2"/>
            </p:cNvCxnSpPr>
            <p:nvPr/>
          </p:nvCxnSpPr>
          <p:spPr>
            <a:xfrm flipV="1">
              <a:off x="6230277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FB5F15C-6720-3BEE-C695-7FAE4D7AFD76}"/>
                </a:ext>
              </a:extLst>
            </p:cNvPr>
            <p:cNvCxnSpPr>
              <a:cxnSpLocks/>
              <a:stCxn id="7" idx="6"/>
              <a:endCxn id="16" idx="2"/>
            </p:cNvCxnSpPr>
            <p:nvPr/>
          </p:nvCxnSpPr>
          <p:spPr>
            <a:xfrm>
              <a:off x="6230277" y="2649506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73363921-6108-D85E-CDBA-D56604FD7B8A}"/>
                </a:ext>
              </a:extLst>
            </p:cNvPr>
            <p:cNvCxnSpPr>
              <a:cxnSpLocks/>
              <a:stCxn id="7" idx="6"/>
              <a:endCxn id="17" idx="2"/>
            </p:cNvCxnSpPr>
            <p:nvPr/>
          </p:nvCxnSpPr>
          <p:spPr>
            <a:xfrm>
              <a:off x="6230277" y="2649506"/>
              <a:ext cx="497018" cy="78266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22216FB7-0E85-E318-1FC3-78AB579AD18A}"/>
                </a:ext>
              </a:extLst>
            </p:cNvPr>
            <p:cNvCxnSpPr>
              <a:cxnSpLocks/>
              <a:stCxn id="7" idx="6"/>
              <a:endCxn id="18" idx="1"/>
            </p:cNvCxnSpPr>
            <p:nvPr/>
          </p:nvCxnSpPr>
          <p:spPr>
            <a:xfrm>
              <a:off x="6230277" y="2649506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BD25CFE8-A554-23C2-A829-F38563CB78A0}"/>
                </a:ext>
              </a:extLst>
            </p:cNvPr>
            <p:cNvCxnSpPr>
              <a:cxnSpLocks/>
              <a:stCxn id="8" idx="6"/>
              <a:endCxn id="12" idx="3"/>
            </p:cNvCxnSpPr>
            <p:nvPr/>
          </p:nvCxnSpPr>
          <p:spPr>
            <a:xfrm flipV="1">
              <a:off x="6230277" y="2347152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4328FD20-636C-887C-E4AC-6549006F311C}"/>
                </a:ext>
              </a:extLst>
            </p:cNvPr>
            <p:cNvCxnSpPr>
              <a:cxnSpLocks/>
              <a:stCxn id="8" idx="6"/>
              <a:endCxn id="16" idx="3"/>
            </p:cNvCxnSpPr>
            <p:nvPr/>
          </p:nvCxnSpPr>
          <p:spPr>
            <a:xfrm flipV="1">
              <a:off x="6230277" y="2746493"/>
              <a:ext cx="537191" cy="68568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9A49885F-6D96-627F-DFEE-2BD7C08FD831}"/>
                </a:ext>
              </a:extLst>
            </p:cNvPr>
            <p:cNvCxnSpPr>
              <a:cxnSpLocks/>
              <a:stCxn id="8" idx="6"/>
              <a:endCxn id="17" idx="2"/>
            </p:cNvCxnSpPr>
            <p:nvPr/>
          </p:nvCxnSpPr>
          <p:spPr>
            <a:xfrm>
              <a:off x="6230277" y="343217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20F59DCA-52A0-B83C-5FEA-1467D56B87CA}"/>
                </a:ext>
              </a:extLst>
            </p:cNvPr>
            <p:cNvCxnSpPr>
              <a:cxnSpLocks/>
              <a:stCxn id="8" idx="6"/>
              <a:endCxn id="18" idx="2"/>
            </p:cNvCxnSpPr>
            <p:nvPr/>
          </p:nvCxnSpPr>
          <p:spPr>
            <a:xfrm>
              <a:off x="6230277" y="3432175"/>
              <a:ext cx="497018" cy="40412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B16945F3-2A16-0C45-688A-B2880059F8E1}"/>
                </a:ext>
              </a:extLst>
            </p:cNvPr>
            <p:cNvCxnSpPr>
              <a:cxnSpLocks/>
              <a:stCxn id="9" idx="6"/>
              <a:endCxn id="18" idx="2"/>
            </p:cNvCxnSpPr>
            <p:nvPr/>
          </p:nvCxnSpPr>
          <p:spPr>
            <a:xfrm>
              <a:off x="6230277" y="3836297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FAD7DD9C-A754-1253-E058-D48964B5197C}"/>
                </a:ext>
              </a:extLst>
            </p:cNvPr>
            <p:cNvCxnSpPr>
              <a:cxnSpLocks/>
              <a:stCxn id="9" idx="6"/>
              <a:endCxn id="17" idx="3"/>
            </p:cNvCxnSpPr>
            <p:nvPr/>
          </p:nvCxnSpPr>
          <p:spPr>
            <a:xfrm flipV="1">
              <a:off x="6230277" y="3529162"/>
              <a:ext cx="537191" cy="30713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2A2B94DD-5855-2568-E3B5-05E71BFF4DD9}"/>
                </a:ext>
              </a:extLst>
            </p:cNvPr>
            <p:cNvCxnSpPr>
              <a:cxnSpLocks/>
              <a:stCxn id="9" idx="6"/>
              <a:endCxn id="16" idx="3"/>
            </p:cNvCxnSpPr>
            <p:nvPr/>
          </p:nvCxnSpPr>
          <p:spPr>
            <a:xfrm flipV="1">
              <a:off x="6230277" y="2746493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1559282F-ED85-06B4-2ADF-91A3CD753BD5}"/>
                </a:ext>
              </a:extLst>
            </p:cNvPr>
            <p:cNvCxnSpPr>
              <a:cxnSpLocks/>
              <a:stCxn id="9" idx="6"/>
              <a:endCxn id="12" idx="3"/>
            </p:cNvCxnSpPr>
            <p:nvPr/>
          </p:nvCxnSpPr>
          <p:spPr>
            <a:xfrm flipV="1">
              <a:off x="6230277" y="2347152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31CD2245-F71E-00C8-9454-E9051D46F0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60F9FBBE-B020-E3AB-BDF2-D45F3A073A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25631736-81CA-8387-A306-3E081C1A2C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6CC35EAE-0E91-08D8-FB59-5BB207E764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F5D6E07-4ADB-D82B-0993-DF496993C19F}"/>
                </a:ext>
              </a:extLst>
            </p:cNvPr>
            <p:cNvSpPr txBox="1"/>
            <p:nvPr/>
          </p:nvSpPr>
          <p:spPr>
            <a:xfrm rot="5400000">
              <a:off x="7362457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AA7C1B4F-E89A-CF83-5086-A19F5C6358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F880892E-DDE3-1DDF-FC4B-AF6FB79961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609EFF05-0BB4-A1A3-9F34-80753A09F8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C890AC35-3F3C-2564-935D-C09B341010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E587BE1C-FB3D-0FB8-E225-77BDB1EC2A6B}"/>
                </a:ext>
              </a:extLst>
            </p:cNvPr>
            <p:cNvSpPr txBox="1"/>
            <p:nvPr/>
          </p:nvSpPr>
          <p:spPr>
            <a:xfrm rot="5400000">
              <a:off x="8133795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27A5081A-D6FC-C783-9C96-1C7315587EE7}"/>
                </a:ext>
              </a:extLst>
            </p:cNvPr>
            <p:cNvCxnSpPr>
              <a:stCxn id="90" idx="6"/>
              <a:endCxn id="95" idx="2"/>
            </p:cNvCxnSpPr>
            <p:nvPr/>
          </p:nvCxnSpPr>
          <p:spPr>
            <a:xfrm>
              <a:off x="7654389" y="225016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1DC0F4F8-A4A2-F359-E833-194EA62B6BA8}"/>
                </a:ext>
              </a:extLst>
            </p:cNvPr>
            <p:cNvCxnSpPr>
              <a:cxnSpLocks/>
              <a:stCxn id="90" idx="6"/>
              <a:endCxn id="96" idx="2"/>
            </p:cNvCxnSpPr>
            <p:nvPr/>
          </p:nvCxnSpPr>
          <p:spPr>
            <a:xfrm>
              <a:off x="7654389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C157A55B-ED62-1C4F-B694-31CC8D6420CE}"/>
                </a:ext>
              </a:extLst>
            </p:cNvPr>
            <p:cNvCxnSpPr>
              <a:cxnSpLocks/>
              <a:stCxn id="90" idx="6"/>
              <a:endCxn id="97" idx="1"/>
            </p:cNvCxnSpPr>
            <p:nvPr/>
          </p:nvCxnSpPr>
          <p:spPr>
            <a:xfrm>
              <a:off x="7654389" y="2250165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F9EA121C-D7A3-65C7-607E-BE482A3529E2}"/>
                </a:ext>
              </a:extLst>
            </p:cNvPr>
            <p:cNvCxnSpPr>
              <a:cxnSpLocks/>
              <a:stCxn id="90" idx="6"/>
              <a:endCxn id="98" idx="1"/>
            </p:cNvCxnSpPr>
            <p:nvPr/>
          </p:nvCxnSpPr>
          <p:spPr>
            <a:xfrm>
              <a:off x="7654389" y="2250165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2486B234-9534-C5A6-660E-C7C4C0FAA1CF}"/>
                </a:ext>
              </a:extLst>
            </p:cNvPr>
            <p:cNvCxnSpPr>
              <a:cxnSpLocks/>
              <a:stCxn id="91" idx="6"/>
              <a:endCxn id="95" idx="2"/>
            </p:cNvCxnSpPr>
            <p:nvPr/>
          </p:nvCxnSpPr>
          <p:spPr>
            <a:xfrm flipV="1">
              <a:off x="7654389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DB87491F-C679-42D1-B674-4497FF5E32B7}"/>
                </a:ext>
              </a:extLst>
            </p:cNvPr>
            <p:cNvCxnSpPr>
              <a:cxnSpLocks/>
              <a:stCxn id="91" idx="6"/>
              <a:endCxn id="96" idx="2"/>
            </p:cNvCxnSpPr>
            <p:nvPr/>
          </p:nvCxnSpPr>
          <p:spPr>
            <a:xfrm>
              <a:off x="7654389" y="2649506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B9068683-E20A-339F-7FBB-A5FE06B7B645}"/>
                </a:ext>
              </a:extLst>
            </p:cNvPr>
            <p:cNvCxnSpPr>
              <a:cxnSpLocks/>
              <a:stCxn id="91" idx="6"/>
              <a:endCxn id="97" idx="2"/>
            </p:cNvCxnSpPr>
            <p:nvPr/>
          </p:nvCxnSpPr>
          <p:spPr>
            <a:xfrm>
              <a:off x="7654389" y="2649506"/>
              <a:ext cx="497018" cy="78266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B945BBDF-73A8-4EAD-1218-3BB088BBEF06}"/>
                </a:ext>
              </a:extLst>
            </p:cNvPr>
            <p:cNvCxnSpPr>
              <a:cxnSpLocks/>
              <a:stCxn id="91" idx="6"/>
              <a:endCxn id="98" idx="1"/>
            </p:cNvCxnSpPr>
            <p:nvPr/>
          </p:nvCxnSpPr>
          <p:spPr>
            <a:xfrm>
              <a:off x="7654389" y="2649506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73495BC7-5C31-BEB1-9857-2778C9F716EE}"/>
                </a:ext>
              </a:extLst>
            </p:cNvPr>
            <p:cNvCxnSpPr>
              <a:cxnSpLocks/>
              <a:stCxn id="92" idx="6"/>
              <a:endCxn id="95" idx="3"/>
            </p:cNvCxnSpPr>
            <p:nvPr/>
          </p:nvCxnSpPr>
          <p:spPr>
            <a:xfrm flipV="1">
              <a:off x="7654389" y="2347152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3A1B8D32-8C35-7C86-73F4-F5B1CB83EEB3}"/>
                </a:ext>
              </a:extLst>
            </p:cNvPr>
            <p:cNvCxnSpPr>
              <a:cxnSpLocks/>
              <a:stCxn id="92" idx="6"/>
              <a:endCxn id="96" idx="3"/>
            </p:cNvCxnSpPr>
            <p:nvPr/>
          </p:nvCxnSpPr>
          <p:spPr>
            <a:xfrm flipV="1">
              <a:off x="7654389" y="2746493"/>
              <a:ext cx="537191" cy="68568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F6F35834-5DF4-40F6-2B1F-4CC92DD6004E}"/>
                </a:ext>
              </a:extLst>
            </p:cNvPr>
            <p:cNvCxnSpPr>
              <a:cxnSpLocks/>
              <a:stCxn id="92" idx="6"/>
              <a:endCxn id="97" idx="2"/>
            </p:cNvCxnSpPr>
            <p:nvPr/>
          </p:nvCxnSpPr>
          <p:spPr>
            <a:xfrm>
              <a:off x="7654389" y="343217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1CCAAF70-F283-3A87-3C17-8DC9EBEBA7CC}"/>
                </a:ext>
              </a:extLst>
            </p:cNvPr>
            <p:cNvCxnSpPr>
              <a:cxnSpLocks/>
              <a:stCxn id="92" idx="6"/>
              <a:endCxn id="98" idx="2"/>
            </p:cNvCxnSpPr>
            <p:nvPr/>
          </p:nvCxnSpPr>
          <p:spPr>
            <a:xfrm>
              <a:off x="7654389" y="3432175"/>
              <a:ext cx="497018" cy="40412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B697CE18-7054-4293-6D2F-31164850D124}"/>
                </a:ext>
              </a:extLst>
            </p:cNvPr>
            <p:cNvCxnSpPr>
              <a:cxnSpLocks/>
              <a:stCxn id="93" idx="6"/>
              <a:endCxn id="98" idx="2"/>
            </p:cNvCxnSpPr>
            <p:nvPr/>
          </p:nvCxnSpPr>
          <p:spPr>
            <a:xfrm>
              <a:off x="7654389" y="3836297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7DA8245A-9F6D-4816-A7A6-A118ED7CCE10}"/>
                </a:ext>
              </a:extLst>
            </p:cNvPr>
            <p:cNvCxnSpPr>
              <a:cxnSpLocks/>
              <a:stCxn id="93" idx="6"/>
              <a:endCxn id="97" idx="3"/>
            </p:cNvCxnSpPr>
            <p:nvPr/>
          </p:nvCxnSpPr>
          <p:spPr>
            <a:xfrm flipV="1">
              <a:off x="7654389" y="3529162"/>
              <a:ext cx="537191" cy="30713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F27AF8EB-765C-548D-E418-92D5990CE44F}"/>
                </a:ext>
              </a:extLst>
            </p:cNvPr>
            <p:cNvCxnSpPr>
              <a:cxnSpLocks/>
              <a:stCxn id="93" idx="6"/>
              <a:endCxn id="96" idx="3"/>
            </p:cNvCxnSpPr>
            <p:nvPr/>
          </p:nvCxnSpPr>
          <p:spPr>
            <a:xfrm flipV="1">
              <a:off x="7654389" y="2746493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F23CF19D-2ABC-C3C5-34B1-FA960E8A7214}"/>
                </a:ext>
              </a:extLst>
            </p:cNvPr>
            <p:cNvCxnSpPr>
              <a:cxnSpLocks/>
              <a:stCxn id="93" idx="6"/>
              <a:endCxn id="95" idx="3"/>
            </p:cNvCxnSpPr>
            <p:nvPr/>
          </p:nvCxnSpPr>
          <p:spPr>
            <a:xfrm flipV="1">
              <a:off x="7654389" y="2347152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15A88A66-D96A-251A-81C2-C8A62013BF14}"/>
                </a:ext>
              </a:extLst>
            </p:cNvPr>
            <p:cNvSpPr txBox="1"/>
            <p:nvPr/>
          </p:nvSpPr>
          <p:spPr>
            <a:xfrm>
              <a:off x="6974050" y="2016096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326EC593-AFF5-3E6F-3EC0-6DB89C3E6A22}"/>
                </a:ext>
              </a:extLst>
            </p:cNvPr>
            <p:cNvSpPr txBox="1"/>
            <p:nvPr/>
          </p:nvSpPr>
          <p:spPr>
            <a:xfrm>
              <a:off x="6990255" y="2418140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D611ABC8-2660-B791-2009-87E29771F1C0}"/>
                </a:ext>
              </a:extLst>
            </p:cNvPr>
            <p:cNvSpPr txBox="1"/>
            <p:nvPr/>
          </p:nvSpPr>
          <p:spPr>
            <a:xfrm>
              <a:off x="6990255" y="3197293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3772D010-13F3-E9B1-9A7F-EB643BF273CA}"/>
                </a:ext>
              </a:extLst>
            </p:cNvPr>
            <p:cNvSpPr txBox="1"/>
            <p:nvPr/>
          </p:nvSpPr>
          <p:spPr>
            <a:xfrm>
              <a:off x="6996398" y="3607010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1D4935E-1A9D-19EE-9735-77B33EC8F4E5}"/>
                </a:ext>
              </a:extLst>
            </p:cNvPr>
            <p:cNvSpPr/>
            <p:nvPr/>
          </p:nvSpPr>
          <p:spPr>
            <a:xfrm>
              <a:off x="5830784" y="1007352"/>
              <a:ext cx="2689955" cy="308226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5A99AFEC-48BF-95F5-60EF-E0B13E5407DC}"/>
              </a:ext>
            </a:extLst>
          </p:cNvPr>
          <p:cNvCxnSpPr>
            <a:cxnSpLocks/>
          </p:cNvCxnSpPr>
          <p:nvPr/>
        </p:nvCxnSpPr>
        <p:spPr>
          <a:xfrm>
            <a:off x="4518819" y="2599491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9C1A3CA4-1C21-4C1D-BE63-3A548AE87692}"/>
              </a:ext>
            </a:extLst>
          </p:cNvPr>
          <p:cNvSpPr txBox="1"/>
          <p:nvPr/>
        </p:nvSpPr>
        <p:spPr>
          <a:xfrm>
            <a:off x="4398086" y="2136429"/>
            <a:ext cx="1061957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</p:txBody>
      </p:sp>
      <p:cxnSp>
        <p:nvCxnSpPr>
          <p:cNvPr id="129" name="Elbow Connector 128">
            <a:extLst>
              <a:ext uri="{FF2B5EF4-FFF2-40B4-BE49-F238E27FC236}">
                <a16:creationId xmlns:a16="http://schemas.microsoft.com/office/drawing/2014/main" id="{55655BE9-3398-040C-4B84-222AB87DAFD2}"/>
              </a:ext>
            </a:extLst>
          </p:cNvPr>
          <p:cNvCxnSpPr>
            <a:cxnSpLocks/>
            <a:endCxn id="120" idx="2"/>
          </p:cNvCxnSpPr>
          <p:nvPr/>
        </p:nvCxnSpPr>
        <p:spPr>
          <a:xfrm flipV="1">
            <a:off x="4518820" y="4138585"/>
            <a:ext cx="2393827" cy="1106918"/>
          </a:xfrm>
          <a:prstGeom prst="bentConnector2">
            <a:avLst/>
          </a:prstGeom>
          <a:ln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9DD55EDF-28F7-DC5C-7E8C-65D14EB3CE8F}"/>
              </a:ext>
            </a:extLst>
          </p:cNvPr>
          <p:cNvSpPr txBox="1"/>
          <p:nvPr/>
        </p:nvSpPr>
        <p:spPr>
          <a:xfrm>
            <a:off x="4637093" y="4851549"/>
            <a:ext cx="2135521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Additional training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844AD551-3697-79F8-8385-AC78993EF189}"/>
              </a:ext>
            </a:extLst>
          </p:cNvPr>
          <p:cNvSpPr txBox="1"/>
          <p:nvPr/>
        </p:nvSpPr>
        <p:spPr>
          <a:xfrm>
            <a:off x="127691" y="1277296"/>
            <a:ext cx="1437830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Digital Twin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38531231-80FC-0105-3C00-9F5595BDB738}"/>
              </a:ext>
            </a:extLst>
          </p:cNvPr>
          <p:cNvSpPr txBox="1"/>
          <p:nvPr/>
        </p:nvSpPr>
        <p:spPr>
          <a:xfrm>
            <a:off x="132654" y="4037751"/>
            <a:ext cx="1395318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Real World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BE927EE8-F077-FC0E-D794-832CDBE6A0BB}"/>
              </a:ext>
            </a:extLst>
          </p:cNvPr>
          <p:cNvCxnSpPr>
            <a:cxnSpLocks/>
          </p:cNvCxnSpPr>
          <p:nvPr/>
        </p:nvCxnSpPr>
        <p:spPr>
          <a:xfrm>
            <a:off x="8407502" y="2599491"/>
            <a:ext cx="72009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24CDC1AD-71B9-A672-3309-CA34794EBCAF}"/>
              </a:ext>
            </a:extLst>
          </p:cNvPr>
          <p:cNvSpPr txBox="1"/>
          <p:nvPr/>
        </p:nvSpPr>
        <p:spPr>
          <a:xfrm>
            <a:off x="8822666" y="1376481"/>
            <a:ext cx="174278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New materials</a:t>
            </a:r>
          </a:p>
        </p:txBody>
      </p:sp>
      <p:cxnSp>
        <p:nvCxnSpPr>
          <p:cNvPr id="138" name="Elbow Connector 137">
            <a:extLst>
              <a:ext uri="{FF2B5EF4-FFF2-40B4-BE49-F238E27FC236}">
                <a16:creationId xmlns:a16="http://schemas.microsoft.com/office/drawing/2014/main" id="{210EDBE3-5D39-FEF0-0FB7-11350A869266}"/>
              </a:ext>
            </a:extLst>
          </p:cNvPr>
          <p:cNvCxnSpPr>
            <a:cxnSpLocks/>
            <a:stCxn id="35" idx="2"/>
            <a:endCxn id="50" idx="2"/>
          </p:cNvCxnSpPr>
          <p:nvPr/>
        </p:nvCxnSpPr>
        <p:spPr>
          <a:xfrm rot="5400000" flipH="1" flipV="1">
            <a:off x="3885943" y="261632"/>
            <a:ext cx="2666228" cy="8937159"/>
          </a:xfrm>
          <a:prstGeom prst="bentConnector3">
            <a:avLst>
              <a:gd name="adj1" fmla="val -9146"/>
            </a:avLst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Elbow Connector 140">
            <a:extLst>
              <a:ext uri="{FF2B5EF4-FFF2-40B4-BE49-F238E27FC236}">
                <a16:creationId xmlns:a16="http://schemas.microsoft.com/office/drawing/2014/main" id="{CC8EF4B1-8F11-0C59-EC59-4D5168C9EAAD}"/>
              </a:ext>
            </a:extLst>
          </p:cNvPr>
          <p:cNvCxnSpPr>
            <a:cxnSpLocks/>
          </p:cNvCxnSpPr>
          <p:nvPr/>
        </p:nvCxnSpPr>
        <p:spPr>
          <a:xfrm rot="16200000" flipH="1">
            <a:off x="5147529" y="-3113236"/>
            <a:ext cx="159955" cy="8946699"/>
          </a:xfrm>
          <a:prstGeom prst="bentConnector3">
            <a:avLst>
              <a:gd name="adj1" fmla="val -412217"/>
            </a:avLst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B0B77237-4D34-D132-4CD2-1C30BC2E9C54}"/>
              </a:ext>
            </a:extLst>
          </p:cNvPr>
          <p:cNvSpPr txBox="1"/>
          <p:nvPr/>
        </p:nvSpPr>
        <p:spPr>
          <a:xfrm>
            <a:off x="7331619" y="5078837"/>
            <a:ext cx="103265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Physics</a:t>
            </a:r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89A39719-B59B-F2EE-B867-51B508D49C5D}"/>
              </a:ext>
            </a:extLst>
          </p:cNvPr>
          <p:cNvCxnSpPr>
            <a:cxnSpLocks/>
          </p:cNvCxnSpPr>
          <p:nvPr/>
        </p:nvCxnSpPr>
        <p:spPr>
          <a:xfrm>
            <a:off x="7854154" y="4169723"/>
            <a:ext cx="0" cy="944215"/>
          </a:xfrm>
          <a:prstGeom prst="line">
            <a:avLst/>
          </a:prstGeom>
          <a:ln>
            <a:solidFill>
              <a:srgbClr val="703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93C7E3FA-CE85-CCF5-514E-64C72491C0B9}"/>
                  </a:ext>
                </a:extLst>
              </p:cNvPr>
              <p:cNvSpPr txBox="1"/>
              <p:nvPr/>
            </p:nvSpPr>
            <p:spPr>
              <a:xfrm>
                <a:off x="7300806" y="5472966"/>
                <a:ext cx="1107419" cy="295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ℋ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en-US" sz="192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54854757-ECF2-ACE3-AF22-D4B7C63EC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806" y="5472966"/>
                <a:ext cx="1107419" cy="295466"/>
              </a:xfrm>
              <a:prstGeom prst="rect">
                <a:avLst/>
              </a:prstGeom>
              <a:blipFill>
                <a:blip r:embed="rId9"/>
                <a:stretch>
                  <a:fillRect l="-8046" r="-8046"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Graphic 24" descr="Scientific Thought outline">
            <a:extLst>
              <a:ext uri="{FF2B5EF4-FFF2-40B4-BE49-F238E27FC236}">
                <a16:creationId xmlns:a16="http://schemas.microsoft.com/office/drawing/2014/main" id="{894D08F0-7FBA-FAF9-42D1-A962589CB5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24966" y="925823"/>
            <a:ext cx="975360" cy="975360"/>
          </a:xfrm>
          <a:prstGeom prst="rect">
            <a:avLst/>
          </a:prstGeom>
        </p:spPr>
      </p:pic>
      <p:pic>
        <p:nvPicPr>
          <p:cNvPr id="50" name="Picture 49" descr="A person with white hair and a mustache wearing a metal robot&#10;&#10;AI-generated content may be incorrect.">
            <a:extLst>
              <a:ext uri="{FF2B5EF4-FFF2-40B4-BE49-F238E27FC236}">
                <a16:creationId xmlns:a16="http://schemas.microsoft.com/office/drawing/2014/main" id="{EE6E4DFE-C2B2-DD99-0A4E-716DDA789B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51189" y="1787753"/>
            <a:ext cx="1072896" cy="1609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248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9DB65-628E-7CBC-8F7C-A86D4F161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 descr="Database outline">
            <a:extLst>
              <a:ext uri="{FF2B5EF4-FFF2-40B4-BE49-F238E27FC236}">
                <a16:creationId xmlns:a16="http://schemas.microsoft.com/office/drawing/2014/main" id="{2E4C09D2-BC48-5BD4-5E1C-02E0D1EADB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3144059"/>
            <a:ext cx="1027083" cy="1027083"/>
          </a:xfrm>
          <a:prstGeom prst="rect">
            <a:avLst/>
          </a:prstGeom>
        </p:spPr>
      </p:pic>
      <p:pic>
        <p:nvPicPr>
          <p:cNvPr id="13" name="Graphic 12" descr="Robot outline">
            <a:extLst>
              <a:ext uri="{FF2B5EF4-FFF2-40B4-BE49-F238E27FC236}">
                <a16:creationId xmlns:a16="http://schemas.microsoft.com/office/drawing/2014/main" id="{35DAF9F0-BAC7-EA26-9A69-3A803E4C7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6808" y="1645831"/>
            <a:ext cx="1683540" cy="1683540"/>
          </a:xfrm>
          <a:prstGeom prst="rect">
            <a:avLst/>
          </a:prstGeom>
        </p:spPr>
      </p:pic>
      <p:pic>
        <p:nvPicPr>
          <p:cNvPr id="14" name="Graphic 13" descr="Database outline">
            <a:extLst>
              <a:ext uri="{FF2B5EF4-FFF2-40B4-BE49-F238E27FC236}">
                <a16:creationId xmlns:a16="http://schemas.microsoft.com/office/drawing/2014/main" id="{69D806E2-33DB-D9C1-AD95-48C7841F04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1974060"/>
            <a:ext cx="1027083" cy="1027083"/>
          </a:xfrm>
          <a:prstGeom prst="rect">
            <a:avLst/>
          </a:prstGeom>
        </p:spPr>
      </p:pic>
      <p:pic>
        <p:nvPicPr>
          <p:cNvPr id="15" name="Graphic 14" descr="Database outline">
            <a:extLst>
              <a:ext uri="{FF2B5EF4-FFF2-40B4-BE49-F238E27FC236}">
                <a16:creationId xmlns:a16="http://schemas.microsoft.com/office/drawing/2014/main" id="{D7912CA9-5EEF-EA9F-4D26-70C9F42EAF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9573" y="804061"/>
            <a:ext cx="1027083" cy="102708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8E47BC2-BC0E-63B8-F718-C493C955A6D0}"/>
              </a:ext>
            </a:extLst>
          </p:cNvPr>
          <p:cNvSpPr txBox="1"/>
          <p:nvPr/>
        </p:nvSpPr>
        <p:spPr>
          <a:xfrm rot="5400000">
            <a:off x="2327351" y="170870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8C6612-B319-87D3-7FE1-9FEEE9962069}"/>
              </a:ext>
            </a:extLst>
          </p:cNvPr>
          <p:cNvSpPr txBox="1"/>
          <p:nvPr/>
        </p:nvSpPr>
        <p:spPr>
          <a:xfrm rot="5400000">
            <a:off x="2327351" y="2878701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35" name="Graphic 34" descr="Man outline">
            <a:extLst>
              <a:ext uri="{FF2B5EF4-FFF2-40B4-BE49-F238E27FC236}">
                <a16:creationId xmlns:a16="http://schemas.microsoft.com/office/drawing/2014/main" id="{27E40069-A95E-418B-D810-CD3D2B12E5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1292" y="4379785"/>
            <a:ext cx="1683540" cy="1683540"/>
          </a:xfrm>
          <a:prstGeom prst="rect">
            <a:avLst/>
          </a:prstGeom>
        </p:spPr>
      </p:pic>
      <p:pic>
        <p:nvPicPr>
          <p:cNvPr id="36" name="Graphic 35" descr="Database outline">
            <a:extLst>
              <a:ext uri="{FF2B5EF4-FFF2-40B4-BE49-F238E27FC236}">
                <a16:creationId xmlns:a16="http://schemas.microsoft.com/office/drawing/2014/main" id="{06FF58BD-DC48-54F4-70BB-FEFAC36CDE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43218" y="4734552"/>
            <a:ext cx="1027083" cy="1027083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0E28189-6773-68BF-64B5-FB479BBF4AF0}"/>
              </a:ext>
            </a:extLst>
          </p:cNvPr>
          <p:cNvCxnSpPr>
            <a:cxnSpLocks/>
          </p:cNvCxnSpPr>
          <p:nvPr/>
        </p:nvCxnSpPr>
        <p:spPr>
          <a:xfrm flipV="1">
            <a:off x="1285163" y="1493932"/>
            <a:ext cx="758055" cy="493076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6E60C9D-C4CF-3A03-E716-E8F88DCC500F}"/>
              </a:ext>
            </a:extLst>
          </p:cNvPr>
          <p:cNvCxnSpPr>
            <a:cxnSpLocks/>
          </p:cNvCxnSpPr>
          <p:nvPr/>
        </p:nvCxnSpPr>
        <p:spPr>
          <a:xfrm>
            <a:off x="1280702" y="2487600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E704C4C-AA0C-BF0B-9A74-A6F45A1179F2}"/>
              </a:ext>
            </a:extLst>
          </p:cNvPr>
          <p:cNvCxnSpPr>
            <a:cxnSpLocks/>
          </p:cNvCxnSpPr>
          <p:nvPr/>
        </p:nvCxnSpPr>
        <p:spPr>
          <a:xfrm>
            <a:off x="1280702" y="2999724"/>
            <a:ext cx="815398" cy="514959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F782EE0-32D0-A3DE-17A9-F2A81B5E3AC4}"/>
              </a:ext>
            </a:extLst>
          </p:cNvPr>
          <p:cNvCxnSpPr>
            <a:cxnSpLocks/>
          </p:cNvCxnSpPr>
          <p:nvPr/>
        </p:nvCxnSpPr>
        <p:spPr>
          <a:xfrm>
            <a:off x="1314779" y="5249470"/>
            <a:ext cx="815398" cy="0"/>
          </a:xfrm>
          <a:prstGeom prst="line">
            <a:avLst/>
          </a:prstGeom>
          <a:ln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Graphic 53" descr="Database outline">
            <a:extLst>
              <a:ext uri="{FF2B5EF4-FFF2-40B4-BE49-F238E27FC236}">
                <a16:creationId xmlns:a16="http://schemas.microsoft.com/office/drawing/2014/main" id="{19BB3274-9B8B-D63E-719E-70D8EAF1D1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3142640"/>
            <a:ext cx="1027083" cy="1027083"/>
          </a:xfrm>
          <a:prstGeom prst="rect">
            <a:avLst/>
          </a:prstGeom>
        </p:spPr>
      </p:pic>
      <p:pic>
        <p:nvPicPr>
          <p:cNvPr id="55" name="Graphic 54" descr="Database outline">
            <a:extLst>
              <a:ext uri="{FF2B5EF4-FFF2-40B4-BE49-F238E27FC236}">
                <a16:creationId xmlns:a16="http://schemas.microsoft.com/office/drawing/2014/main" id="{2DBB2ECE-EC49-7410-00C7-CEA5A6C22E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1972641"/>
            <a:ext cx="1027083" cy="1027083"/>
          </a:xfrm>
          <a:prstGeom prst="rect">
            <a:avLst/>
          </a:prstGeom>
        </p:spPr>
      </p:pic>
      <p:pic>
        <p:nvPicPr>
          <p:cNvPr id="56" name="Graphic 55" descr="Database outline">
            <a:extLst>
              <a:ext uri="{FF2B5EF4-FFF2-40B4-BE49-F238E27FC236}">
                <a16:creationId xmlns:a16="http://schemas.microsoft.com/office/drawing/2014/main" id="{7553C5F1-5525-171B-7C73-B94F572C48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820" y="802642"/>
            <a:ext cx="1027083" cy="102708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6DF336C6-D6E4-0E11-4F4B-E72C8A9D94FC}"/>
              </a:ext>
            </a:extLst>
          </p:cNvPr>
          <p:cNvSpPr txBox="1"/>
          <p:nvPr/>
        </p:nvSpPr>
        <p:spPr>
          <a:xfrm rot="5400000">
            <a:off x="3040598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E80430-1633-5A5A-F76F-C76FDA37709E}"/>
              </a:ext>
            </a:extLst>
          </p:cNvPr>
          <p:cNvSpPr txBox="1"/>
          <p:nvPr/>
        </p:nvSpPr>
        <p:spPr>
          <a:xfrm rot="5400000">
            <a:off x="3040598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59" name="Graphic 58" descr="Database outline">
            <a:extLst>
              <a:ext uri="{FF2B5EF4-FFF2-40B4-BE49-F238E27FC236}">
                <a16:creationId xmlns:a16="http://schemas.microsoft.com/office/drawing/2014/main" id="{D7FB0CCC-326E-3A1A-A9E7-50F80E35A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3142640"/>
            <a:ext cx="1027083" cy="1027083"/>
          </a:xfrm>
          <a:prstGeom prst="rect">
            <a:avLst/>
          </a:prstGeom>
        </p:spPr>
      </p:pic>
      <p:pic>
        <p:nvPicPr>
          <p:cNvPr id="60" name="Graphic 59" descr="Database outline">
            <a:extLst>
              <a:ext uri="{FF2B5EF4-FFF2-40B4-BE49-F238E27FC236}">
                <a16:creationId xmlns:a16="http://schemas.microsoft.com/office/drawing/2014/main" id="{EE59859B-950C-606B-1120-93E5A14DB2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1972641"/>
            <a:ext cx="1027083" cy="1027083"/>
          </a:xfrm>
          <a:prstGeom prst="rect">
            <a:avLst/>
          </a:prstGeom>
        </p:spPr>
      </p:pic>
      <p:pic>
        <p:nvPicPr>
          <p:cNvPr id="61" name="Graphic 60" descr="Database outline">
            <a:extLst>
              <a:ext uri="{FF2B5EF4-FFF2-40B4-BE49-F238E27FC236}">
                <a16:creationId xmlns:a16="http://schemas.microsoft.com/office/drawing/2014/main" id="{284F540E-2D54-3F3A-7AFE-D331E1EC26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2236" y="802642"/>
            <a:ext cx="1027083" cy="102708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3BAE2BD1-5DA4-292F-9AB0-BE54FDB7E325}"/>
              </a:ext>
            </a:extLst>
          </p:cNvPr>
          <p:cNvSpPr txBox="1"/>
          <p:nvPr/>
        </p:nvSpPr>
        <p:spPr>
          <a:xfrm rot="5400000">
            <a:off x="3760014" y="1707283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A7548B1-6BD3-9A52-9814-46EBA01ECB4E}"/>
              </a:ext>
            </a:extLst>
          </p:cNvPr>
          <p:cNvSpPr txBox="1"/>
          <p:nvPr/>
        </p:nvSpPr>
        <p:spPr>
          <a:xfrm rot="5400000">
            <a:off x="3760014" y="2877282"/>
            <a:ext cx="431528" cy="387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FA2013A-B01F-8E7E-7A1A-46E681F100B3}"/>
              </a:ext>
            </a:extLst>
          </p:cNvPr>
          <p:cNvSpPr/>
          <p:nvPr/>
        </p:nvSpPr>
        <p:spPr>
          <a:xfrm>
            <a:off x="2150134" y="850845"/>
            <a:ext cx="2239055" cy="328774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D34E20-2455-0DBC-BC15-38C2EA6AEC50}"/>
              </a:ext>
            </a:extLst>
          </p:cNvPr>
          <p:cNvSpPr/>
          <p:nvPr/>
        </p:nvSpPr>
        <p:spPr>
          <a:xfrm>
            <a:off x="2161491" y="4679400"/>
            <a:ext cx="2239055" cy="113220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phic 2" descr="Database outline">
            <a:extLst>
              <a:ext uri="{FF2B5EF4-FFF2-40B4-BE49-F238E27FC236}">
                <a16:creationId xmlns:a16="http://schemas.microsoft.com/office/drawing/2014/main" id="{2C8CA6F8-EDC0-5053-9514-B10F308673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6335" y="4733134"/>
            <a:ext cx="1027083" cy="1027083"/>
          </a:xfrm>
          <a:prstGeom prst="rect">
            <a:avLst/>
          </a:prstGeom>
        </p:spPr>
      </p:pic>
      <p:pic>
        <p:nvPicPr>
          <p:cNvPr id="4" name="Graphic 3" descr="Database outline">
            <a:extLst>
              <a:ext uri="{FF2B5EF4-FFF2-40B4-BE49-F238E27FC236}">
                <a16:creationId xmlns:a16="http://schemas.microsoft.com/office/drawing/2014/main" id="{F0A1EAC9-6679-83C1-51FC-8D85E4B8CD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1736" y="4738646"/>
            <a:ext cx="1027083" cy="1027083"/>
          </a:xfrm>
          <a:prstGeom prst="rect">
            <a:avLst/>
          </a:prstGeom>
        </p:spPr>
      </p:pic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D5BB0A8-4DDA-BA6D-80A8-F2A5588A2DEB}"/>
              </a:ext>
            </a:extLst>
          </p:cNvPr>
          <p:cNvGrpSpPr/>
          <p:nvPr/>
        </p:nvGrpSpPr>
        <p:grpSpPr>
          <a:xfrm>
            <a:off x="5478003" y="850840"/>
            <a:ext cx="2869285" cy="3287745"/>
            <a:chOff x="5830784" y="1007352"/>
            <a:chExt cx="2689955" cy="3082261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0CF1C5B-D716-119C-B494-32D89E1136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A247E53-AA62-46F5-9B34-304BC98AD9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7D34388-A2BD-F019-08B0-264FD0FD29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AAE516E-DA10-7E4B-350F-3511315488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5957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47A3D04-BD15-C5D9-D75F-D2CC8157B992}"/>
                </a:ext>
              </a:extLst>
            </p:cNvPr>
            <p:cNvSpPr txBox="1"/>
            <p:nvPr/>
          </p:nvSpPr>
          <p:spPr>
            <a:xfrm rot="5400000">
              <a:off x="5938345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1CEB1D9-5AE7-4658-E1F8-D823DC4904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0B3C6B8-6158-A11B-0874-A4CC2A97834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B4A5381-7457-1EAD-C942-B772FE698B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D8926F7-C50A-7856-2286-BCA82D6457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7295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8C31F24-AF93-843D-B9D4-B06AA558EA5F}"/>
                </a:ext>
              </a:extLst>
            </p:cNvPr>
            <p:cNvSpPr txBox="1"/>
            <p:nvPr/>
          </p:nvSpPr>
          <p:spPr>
            <a:xfrm rot="5400000">
              <a:off x="6709683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BA619A1-888E-2B01-6FF0-99DBF064CA1E}"/>
                </a:ext>
              </a:extLst>
            </p:cNvPr>
            <p:cNvCxnSpPr>
              <a:stCxn id="6" idx="6"/>
              <a:endCxn id="12" idx="2"/>
            </p:cNvCxnSpPr>
            <p:nvPr/>
          </p:nvCxnSpPr>
          <p:spPr>
            <a:xfrm>
              <a:off x="6230277" y="225016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22AD5A8-2F6E-2AEA-7C24-AB9751C58668}"/>
                </a:ext>
              </a:extLst>
            </p:cNvPr>
            <p:cNvCxnSpPr>
              <a:cxnSpLocks/>
              <a:stCxn id="6" idx="6"/>
              <a:endCxn id="16" idx="2"/>
            </p:cNvCxnSpPr>
            <p:nvPr/>
          </p:nvCxnSpPr>
          <p:spPr>
            <a:xfrm>
              <a:off x="6230277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6E64D42-8BF3-D630-F3B3-27ABDE7B76C7}"/>
                </a:ext>
              </a:extLst>
            </p:cNvPr>
            <p:cNvCxnSpPr>
              <a:cxnSpLocks/>
              <a:stCxn id="6" idx="6"/>
              <a:endCxn id="17" idx="1"/>
            </p:cNvCxnSpPr>
            <p:nvPr/>
          </p:nvCxnSpPr>
          <p:spPr>
            <a:xfrm>
              <a:off x="6230277" y="2250165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9D72FC8-ABB3-A9EF-4D58-E02B7DB04893}"/>
                </a:ext>
              </a:extLst>
            </p:cNvPr>
            <p:cNvCxnSpPr>
              <a:cxnSpLocks/>
              <a:stCxn id="6" idx="6"/>
              <a:endCxn id="18" idx="1"/>
            </p:cNvCxnSpPr>
            <p:nvPr/>
          </p:nvCxnSpPr>
          <p:spPr>
            <a:xfrm>
              <a:off x="6230277" y="2250165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26F9DE2-52B9-BA43-A593-B7BBC13ED656}"/>
                </a:ext>
              </a:extLst>
            </p:cNvPr>
            <p:cNvCxnSpPr>
              <a:cxnSpLocks/>
              <a:stCxn id="7" idx="6"/>
              <a:endCxn id="12" idx="2"/>
            </p:cNvCxnSpPr>
            <p:nvPr/>
          </p:nvCxnSpPr>
          <p:spPr>
            <a:xfrm flipV="1">
              <a:off x="6230277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8AEF0250-07B5-40B6-60F1-6E29A6DD3CEA}"/>
                </a:ext>
              </a:extLst>
            </p:cNvPr>
            <p:cNvCxnSpPr>
              <a:cxnSpLocks/>
              <a:stCxn id="7" idx="6"/>
              <a:endCxn id="16" idx="2"/>
            </p:cNvCxnSpPr>
            <p:nvPr/>
          </p:nvCxnSpPr>
          <p:spPr>
            <a:xfrm>
              <a:off x="6230277" y="2649506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104CABD-F568-D03D-7509-12C0E19E7186}"/>
                </a:ext>
              </a:extLst>
            </p:cNvPr>
            <p:cNvCxnSpPr>
              <a:cxnSpLocks/>
              <a:stCxn id="7" idx="6"/>
              <a:endCxn id="17" idx="2"/>
            </p:cNvCxnSpPr>
            <p:nvPr/>
          </p:nvCxnSpPr>
          <p:spPr>
            <a:xfrm>
              <a:off x="6230277" y="2649506"/>
              <a:ext cx="497018" cy="78266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54CE90B9-BA12-6F0F-B88D-EEEAC6522E2C}"/>
                </a:ext>
              </a:extLst>
            </p:cNvPr>
            <p:cNvCxnSpPr>
              <a:cxnSpLocks/>
              <a:stCxn id="7" idx="6"/>
              <a:endCxn id="18" idx="1"/>
            </p:cNvCxnSpPr>
            <p:nvPr/>
          </p:nvCxnSpPr>
          <p:spPr>
            <a:xfrm>
              <a:off x="6230277" y="2649506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BCDC577B-5D2E-A8AA-2A15-E34526BD6E16}"/>
                </a:ext>
              </a:extLst>
            </p:cNvPr>
            <p:cNvCxnSpPr>
              <a:cxnSpLocks/>
              <a:stCxn id="8" idx="6"/>
              <a:endCxn id="12" idx="3"/>
            </p:cNvCxnSpPr>
            <p:nvPr/>
          </p:nvCxnSpPr>
          <p:spPr>
            <a:xfrm flipV="1">
              <a:off x="6230277" y="2347152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739476B0-D17F-DF56-50E1-75069CEA1DFE}"/>
                </a:ext>
              </a:extLst>
            </p:cNvPr>
            <p:cNvCxnSpPr>
              <a:cxnSpLocks/>
              <a:stCxn id="8" idx="6"/>
              <a:endCxn id="16" idx="3"/>
            </p:cNvCxnSpPr>
            <p:nvPr/>
          </p:nvCxnSpPr>
          <p:spPr>
            <a:xfrm flipV="1">
              <a:off x="6230277" y="2746493"/>
              <a:ext cx="537191" cy="68568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F6F8FB2F-ACC1-792F-F3C4-F8B259CF6A9E}"/>
                </a:ext>
              </a:extLst>
            </p:cNvPr>
            <p:cNvCxnSpPr>
              <a:cxnSpLocks/>
              <a:stCxn id="8" idx="6"/>
              <a:endCxn id="17" idx="2"/>
            </p:cNvCxnSpPr>
            <p:nvPr/>
          </p:nvCxnSpPr>
          <p:spPr>
            <a:xfrm>
              <a:off x="6230277" y="343217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06806AC6-DE14-9AF0-4CAE-D3D458B6AE0B}"/>
                </a:ext>
              </a:extLst>
            </p:cNvPr>
            <p:cNvCxnSpPr>
              <a:cxnSpLocks/>
              <a:stCxn id="8" idx="6"/>
              <a:endCxn id="18" idx="2"/>
            </p:cNvCxnSpPr>
            <p:nvPr/>
          </p:nvCxnSpPr>
          <p:spPr>
            <a:xfrm>
              <a:off x="6230277" y="3432175"/>
              <a:ext cx="497018" cy="40412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81ADDCE2-2569-93B7-ABA5-1948E5EFCA24}"/>
                </a:ext>
              </a:extLst>
            </p:cNvPr>
            <p:cNvCxnSpPr>
              <a:cxnSpLocks/>
              <a:stCxn id="9" idx="6"/>
              <a:endCxn id="18" idx="2"/>
            </p:cNvCxnSpPr>
            <p:nvPr/>
          </p:nvCxnSpPr>
          <p:spPr>
            <a:xfrm>
              <a:off x="6230277" y="3836297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48A3E132-7012-2221-8657-5F914E553948}"/>
                </a:ext>
              </a:extLst>
            </p:cNvPr>
            <p:cNvCxnSpPr>
              <a:cxnSpLocks/>
              <a:stCxn id="9" idx="6"/>
              <a:endCxn id="17" idx="3"/>
            </p:cNvCxnSpPr>
            <p:nvPr/>
          </p:nvCxnSpPr>
          <p:spPr>
            <a:xfrm flipV="1">
              <a:off x="6230277" y="3529162"/>
              <a:ext cx="537191" cy="30713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F4A9C324-05F1-2DD6-7E2D-7B0B8F75851A}"/>
                </a:ext>
              </a:extLst>
            </p:cNvPr>
            <p:cNvCxnSpPr>
              <a:cxnSpLocks/>
              <a:stCxn id="9" idx="6"/>
              <a:endCxn id="16" idx="3"/>
            </p:cNvCxnSpPr>
            <p:nvPr/>
          </p:nvCxnSpPr>
          <p:spPr>
            <a:xfrm flipV="1">
              <a:off x="6230277" y="2746493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313C0AAA-8966-2285-5DBB-06AF5FBD1D5E}"/>
                </a:ext>
              </a:extLst>
            </p:cNvPr>
            <p:cNvCxnSpPr>
              <a:cxnSpLocks/>
              <a:stCxn id="9" idx="6"/>
              <a:endCxn id="12" idx="3"/>
            </p:cNvCxnSpPr>
            <p:nvPr/>
          </p:nvCxnSpPr>
          <p:spPr>
            <a:xfrm flipV="1">
              <a:off x="6230277" y="2347152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550D234C-B9E2-B9DB-90D2-825FFA11BE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DCF912DB-8EFA-05FD-B504-5F717F20CB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ACE04A34-EAAA-43D4-5E22-EAE8D08225B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B018D93A-7A4F-36D0-1B8D-BEB2BB7C801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80069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3811CA2-ECAC-9590-A378-EE4B42601809}"/>
                </a:ext>
              </a:extLst>
            </p:cNvPr>
            <p:cNvSpPr txBox="1"/>
            <p:nvPr/>
          </p:nvSpPr>
          <p:spPr>
            <a:xfrm rot="5400000">
              <a:off x="7362457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C9E09ACD-D4E0-80BF-3B02-C5E72694A8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211300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1CCF0C00-EBBA-B34B-388E-0732A333A4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2512346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D9C4457D-6DF1-7FED-CAA1-A359724BB2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3295015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8FD1D2DB-2B5C-DAB7-2D5D-7AD0813ABE0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1407" y="3699137"/>
              <a:ext cx="27432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2ED594DB-219D-AEE5-C432-FCF1809334C8}"/>
                </a:ext>
              </a:extLst>
            </p:cNvPr>
            <p:cNvSpPr txBox="1"/>
            <p:nvPr/>
          </p:nvSpPr>
          <p:spPr>
            <a:xfrm rot="5400000">
              <a:off x="8133795" y="2859059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D9F3D185-1BA6-537C-CCCE-F8E72FEDFE90}"/>
                </a:ext>
              </a:extLst>
            </p:cNvPr>
            <p:cNvCxnSpPr>
              <a:stCxn id="90" idx="6"/>
              <a:endCxn id="95" idx="2"/>
            </p:cNvCxnSpPr>
            <p:nvPr/>
          </p:nvCxnSpPr>
          <p:spPr>
            <a:xfrm>
              <a:off x="7654389" y="225016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D7F49BB5-9BE7-B253-E105-A731D9C25E68}"/>
                </a:ext>
              </a:extLst>
            </p:cNvPr>
            <p:cNvCxnSpPr>
              <a:cxnSpLocks/>
              <a:stCxn id="90" idx="6"/>
              <a:endCxn id="96" idx="2"/>
            </p:cNvCxnSpPr>
            <p:nvPr/>
          </p:nvCxnSpPr>
          <p:spPr>
            <a:xfrm>
              <a:off x="7654389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07F01881-2114-4633-E104-DC0E8DFD800E}"/>
                </a:ext>
              </a:extLst>
            </p:cNvPr>
            <p:cNvCxnSpPr>
              <a:cxnSpLocks/>
              <a:stCxn id="90" idx="6"/>
              <a:endCxn id="97" idx="1"/>
            </p:cNvCxnSpPr>
            <p:nvPr/>
          </p:nvCxnSpPr>
          <p:spPr>
            <a:xfrm>
              <a:off x="7654389" y="2250165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1B22232D-E576-275D-92AF-19020145026A}"/>
                </a:ext>
              </a:extLst>
            </p:cNvPr>
            <p:cNvCxnSpPr>
              <a:cxnSpLocks/>
              <a:stCxn id="90" idx="6"/>
              <a:endCxn id="98" idx="1"/>
            </p:cNvCxnSpPr>
            <p:nvPr/>
          </p:nvCxnSpPr>
          <p:spPr>
            <a:xfrm>
              <a:off x="7654389" y="2250165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AB389217-2583-53F5-137A-800B6F8BDECE}"/>
                </a:ext>
              </a:extLst>
            </p:cNvPr>
            <p:cNvCxnSpPr>
              <a:cxnSpLocks/>
              <a:stCxn id="91" idx="6"/>
              <a:endCxn id="95" idx="2"/>
            </p:cNvCxnSpPr>
            <p:nvPr/>
          </p:nvCxnSpPr>
          <p:spPr>
            <a:xfrm flipV="1">
              <a:off x="7654389" y="2250165"/>
              <a:ext cx="497018" cy="399341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CF753CA5-04B5-2E2A-9A16-C9CDB559EB49}"/>
                </a:ext>
              </a:extLst>
            </p:cNvPr>
            <p:cNvCxnSpPr>
              <a:cxnSpLocks/>
              <a:stCxn id="91" idx="6"/>
              <a:endCxn id="96" idx="2"/>
            </p:cNvCxnSpPr>
            <p:nvPr/>
          </p:nvCxnSpPr>
          <p:spPr>
            <a:xfrm>
              <a:off x="7654389" y="2649506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AD9EF31F-5860-3B2C-B252-E6668BB5D05A}"/>
                </a:ext>
              </a:extLst>
            </p:cNvPr>
            <p:cNvCxnSpPr>
              <a:cxnSpLocks/>
              <a:stCxn id="91" idx="6"/>
              <a:endCxn id="97" idx="2"/>
            </p:cNvCxnSpPr>
            <p:nvPr/>
          </p:nvCxnSpPr>
          <p:spPr>
            <a:xfrm>
              <a:off x="7654389" y="2649506"/>
              <a:ext cx="497018" cy="782669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AA8C9889-DC42-A142-AF85-1E285DF68BD0}"/>
                </a:ext>
              </a:extLst>
            </p:cNvPr>
            <p:cNvCxnSpPr>
              <a:cxnSpLocks/>
              <a:stCxn id="91" idx="6"/>
              <a:endCxn id="98" idx="1"/>
            </p:cNvCxnSpPr>
            <p:nvPr/>
          </p:nvCxnSpPr>
          <p:spPr>
            <a:xfrm>
              <a:off x="7654389" y="2649506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6054F103-63B1-D172-CE2B-AC9F0EB8D86D}"/>
                </a:ext>
              </a:extLst>
            </p:cNvPr>
            <p:cNvCxnSpPr>
              <a:cxnSpLocks/>
              <a:stCxn id="92" idx="6"/>
              <a:endCxn id="95" idx="3"/>
            </p:cNvCxnSpPr>
            <p:nvPr/>
          </p:nvCxnSpPr>
          <p:spPr>
            <a:xfrm flipV="1">
              <a:off x="7654389" y="2347152"/>
              <a:ext cx="537191" cy="10850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55334AFD-F714-7D35-AEE9-4DCC7D9EE95F}"/>
                </a:ext>
              </a:extLst>
            </p:cNvPr>
            <p:cNvCxnSpPr>
              <a:cxnSpLocks/>
              <a:stCxn id="92" idx="6"/>
              <a:endCxn id="96" idx="3"/>
            </p:cNvCxnSpPr>
            <p:nvPr/>
          </p:nvCxnSpPr>
          <p:spPr>
            <a:xfrm flipV="1">
              <a:off x="7654389" y="2746493"/>
              <a:ext cx="537191" cy="68568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B0D4351C-DDE9-57EC-AF6F-AEBB54054123}"/>
                </a:ext>
              </a:extLst>
            </p:cNvPr>
            <p:cNvCxnSpPr>
              <a:cxnSpLocks/>
              <a:stCxn id="92" idx="6"/>
              <a:endCxn id="97" idx="2"/>
            </p:cNvCxnSpPr>
            <p:nvPr/>
          </p:nvCxnSpPr>
          <p:spPr>
            <a:xfrm>
              <a:off x="7654389" y="3432175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1BE4F58D-3FD4-BA02-3578-1A0ECE9F0E8A}"/>
                </a:ext>
              </a:extLst>
            </p:cNvPr>
            <p:cNvCxnSpPr>
              <a:cxnSpLocks/>
              <a:stCxn id="92" idx="6"/>
              <a:endCxn id="98" idx="2"/>
            </p:cNvCxnSpPr>
            <p:nvPr/>
          </p:nvCxnSpPr>
          <p:spPr>
            <a:xfrm>
              <a:off x="7654389" y="3432175"/>
              <a:ext cx="497018" cy="40412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5A40886E-9C09-1789-DFCA-D1C30A96FDDF}"/>
                </a:ext>
              </a:extLst>
            </p:cNvPr>
            <p:cNvCxnSpPr>
              <a:cxnSpLocks/>
              <a:stCxn id="93" idx="6"/>
              <a:endCxn id="98" idx="2"/>
            </p:cNvCxnSpPr>
            <p:nvPr/>
          </p:nvCxnSpPr>
          <p:spPr>
            <a:xfrm>
              <a:off x="7654389" y="3836297"/>
              <a:ext cx="49701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53EE0039-1535-294C-DD9C-336267A6881A}"/>
                </a:ext>
              </a:extLst>
            </p:cNvPr>
            <p:cNvCxnSpPr>
              <a:cxnSpLocks/>
              <a:stCxn id="93" idx="6"/>
              <a:endCxn id="97" idx="3"/>
            </p:cNvCxnSpPr>
            <p:nvPr/>
          </p:nvCxnSpPr>
          <p:spPr>
            <a:xfrm flipV="1">
              <a:off x="7654389" y="3529162"/>
              <a:ext cx="537191" cy="30713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576A187D-E220-4FC1-F9F9-2EAF6ACD0EF8}"/>
                </a:ext>
              </a:extLst>
            </p:cNvPr>
            <p:cNvCxnSpPr>
              <a:cxnSpLocks/>
              <a:stCxn id="93" idx="6"/>
              <a:endCxn id="96" idx="3"/>
            </p:cNvCxnSpPr>
            <p:nvPr/>
          </p:nvCxnSpPr>
          <p:spPr>
            <a:xfrm flipV="1">
              <a:off x="7654389" y="2746493"/>
              <a:ext cx="537191" cy="1089804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74A6FDD9-9331-2902-2384-595583883E23}"/>
                </a:ext>
              </a:extLst>
            </p:cNvPr>
            <p:cNvCxnSpPr>
              <a:cxnSpLocks/>
              <a:stCxn id="93" idx="6"/>
              <a:endCxn id="95" idx="3"/>
            </p:cNvCxnSpPr>
            <p:nvPr/>
          </p:nvCxnSpPr>
          <p:spPr>
            <a:xfrm flipV="1">
              <a:off x="7654389" y="2347152"/>
              <a:ext cx="537191" cy="148914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D2EF5617-044F-80FF-0D70-143FB5726AF9}"/>
                </a:ext>
              </a:extLst>
            </p:cNvPr>
            <p:cNvSpPr txBox="1"/>
            <p:nvPr/>
          </p:nvSpPr>
          <p:spPr>
            <a:xfrm>
              <a:off x="6974050" y="2016096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67609164-7C97-7C70-8B84-DB580B168758}"/>
                </a:ext>
              </a:extLst>
            </p:cNvPr>
            <p:cNvSpPr txBox="1"/>
            <p:nvPr/>
          </p:nvSpPr>
          <p:spPr>
            <a:xfrm>
              <a:off x="6990255" y="2418140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39A30B36-0596-D586-738B-1E8F60202132}"/>
                </a:ext>
              </a:extLst>
            </p:cNvPr>
            <p:cNvSpPr txBox="1"/>
            <p:nvPr/>
          </p:nvSpPr>
          <p:spPr>
            <a:xfrm>
              <a:off x="6990255" y="3197293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85791CA4-6B09-EDA0-D3D3-ECEC221601C1}"/>
                </a:ext>
              </a:extLst>
            </p:cNvPr>
            <p:cNvSpPr txBox="1"/>
            <p:nvPr/>
          </p:nvSpPr>
          <p:spPr>
            <a:xfrm>
              <a:off x="6996398" y="3607010"/>
              <a:ext cx="404558" cy="36356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2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05C6324A-A39B-CA9D-29A7-EFDDACE3B41B}"/>
                </a:ext>
              </a:extLst>
            </p:cNvPr>
            <p:cNvSpPr/>
            <p:nvPr/>
          </p:nvSpPr>
          <p:spPr>
            <a:xfrm>
              <a:off x="5830784" y="1007352"/>
              <a:ext cx="2689955" cy="308226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2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1CD3BF9-30F5-1FB8-E490-4C2C4D9BD717}"/>
              </a:ext>
            </a:extLst>
          </p:cNvPr>
          <p:cNvCxnSpPr>
            <a:cxnSpLocks/>
          </p:cNvCxnSpPr>
          <p:nvPr/>
        </p:nvCxnSpPr>
        <p:spPr>
          <a:xfrm>
            <a:off x="4518819" y="2599491"/>
            <a:ext cx="815398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DA3F2104-ED95-C047-AF5A-6C9334D0CF13}"/>
              </a:ext>
            </a:extLst>
          </p:cNvPr>
          <p:cNvSpPr txBox="1"/>
          <p:nvPr/>
        </p:nvSpPr>
        <p:spPr>
          <a:xfrm>
            <a:off x="4398086" y="2136429"/>
            <a:ext cx="1061957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</p:txBody>
      </p:sp>
      <p:cxnSp>
        <p:nvCxnSpPr>
          <p:cNvPr id="129" name="Elbow Connector 128">
            <a:extLst>
              <a:ext uri="{FF2B5EF4-FFF2-40B4-BE49-F238E27FC236}">
                <a16:creationId xmlns:a16="http://schemas.microsoft.com/office/drawing/2014/main" id="{6605458C-C928-0405-D650-74F36E36774C}"/>
              </a:ext>
            </a:extLst>
          </p:cNvPr>
          <p:cNvCxnSpPr>
            <a:cxnSpLocks/>
            <a:endCxn id="120" idx="2"/>
          </p:cNvCxnSpPr>
          <p:nvPr/>
        </p:nvCxnSpPr>
        <p:spPr>
          <a:xfrm flipV="1">
            <a:off x="4518820" y="4138585"/>
            <a:ext cx="2393827" cy="1106918"/>
          </a:xfrm>
          <a:prstGeom prst="bentConnector2">
            <a:avLst/>
          </a:prstGeom>
          <a:ln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A6584B53-0534-E004-439A-C7588456E3C0}"/>
              </a:ext>
            </a:extLst>
          </p:cNvPr>
          <p:cNvSpPr txBox="1"/>
          <p:nvPr/>
        </p:nvSpPr>
        <p:spPr>
          <a:xfrm>
            <a:off x="4637093" y="4851549"/>
            <a:ext cx="2135521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Additional training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A2671366-0E27-36B6-0361-E03F17BA3101}"/>
              </a:ext>
            </a:extLst>
          </p:cNvPr>
          <p:cNvSpPr txBox="1"/>
          <p:nvPr/>
        </p:nvSpPr>
        <p:spPr>
          <a:xfrm>
            <a:off x="127691" y="1277296"/>
            <a:ext cx="1437830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Digital Twin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422DBF5-3DFD-7EE1-BB31-566955B70C48}"/>
              </a:ext>
            </a:extLst>
          </p:cNvPr>
          <p:cNvSpPr txBox="1"/>
          <p:nvPr/>
        </p:nvSpPr>
        <p:spPr>
          <a:xfrm>
            <a:off x="132654" y="4037751"/>
            <a:ext cx="1395318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Real World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862C1CD5-B0DA-39EF-9014-17004991983A}"/>
              </a:ext>
            </a:extLst>
          </p:cNvPr>
          <p:cNvCxnSpPr>
            <a:cxnSpLocks/>
          </p:cNvCxnSpPr>
          <p:nvPr/>
        </p:nvCxnSpPr>
        <p:spPr>
          <a:xfrm>
            <a:off x="8407502" y="2599491"/>
            <a:ext cx="72009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D70E3C8C-9C5B-7F62-BF3F-C8F4499327B5}"/>
              </a:ext>
            </a:extLst>
          </p:cNvPr>
          <p:cNvSpPr txBox="1"/>
          <p:nvPr/>
        </p:nvSpPr>
        <p:spPr>
          <a:xfrm>
            <a:off x="8816244" y="1397355"/>
            <a:ext cx="1742785" cy="683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New materials</a:t>
            </a:r>
          </a:p>
          <a:p>
            <a:pPr algn="ctr"/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&amp; interfaces</a:t>
            </a:r>
          </a:p>
        </p:txBody>
      </p:sp>
      <p:cxnSp>
        <p:nvCxnSpPr>
          <p:cNvPr id="138" name="Elbow Connector 137">
            <a:extLst>
              <a:ext uri="{FF2B5EF4-FFF2-40B4-BE49-F238E27FC236}">
                <a16:creationId xmlns:a16="http://schemas.microsoft.com/office/drawing/2014/main" id="{47E4D5D5-23D6-76F8-BAE2-5491EFA0B1A9}"/>
              </a:ext>
            </a:extLst>
          </p:cNvPr>
          <p:cNvCxnSpPr>
            <a:cxnSpLocks/>
            <a:stCxn id="35" idx="2"/>
          </p:cNvCxnSpPr>
          <p:nvPr/>
        </p:nvCxnSpPr>
        <p:spPr>
          <a:xfrm rot="5400000" flipH="1" flipV="1">
            <a:off x="3885943" y="261632"/>
            <a:ext cx="2666228" cy="8937159"/>
          </a:xfrm>
          <a:prstGeom prst="bentConnector3">
            <a:avLst>
              <a:gd name="adj1" fmla="val -9146"/>
            </a:avLst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Elbow Connector 140">
            <a:extLst>
              <a:ext uri="{FF2B5EF4-FFF2-40B4-BE49-F238E27FC236}">
                <a16:creationId xmlns:a16="http://schemas.microsoft.com/office/drawing/2014/main" id="{B3B081BC-BF39-A897-546A-2932326441AC}"/>
              </a:ext>
            </a:extLst>
          </p:cNvPr>
          <p:cNvCxnSpPr>
            <a:cxnSpLocks/>
          </p:cNvCxnSpPr>
          <p:nvPr/>
        </p:nvCxnSpPr>
        <p:spPr>
          <a:xfrm rot="16200000" flipH="1">
            <a:off x="5147529" y="-3113236"/>
            <a:ext cx="159955" cy="8946699"/>
          </a:xfrm>
          <a:prstGeom prst="bentConnector3">
            <a:avLst>
              <a:gd name="adj1" fmla="val -412217"/>
            </a:avLst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6FC9CA83-2829-F8D1-3B67-037AA6AD9964}"/>
              </a:ext>
            </a:extLst>
          </p:cNvPr>
          <p:cNvSpPr txBox="1"/>
          <p:nvPr/>
        </p:nvSpPr>
        <p:spPr>
          <a:xfrm>
            <a:off x="7331619" y="5078837"/>
            <a:ext cx="103265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dirty="0">
                <a:latin typeface="Arial" panose="020B0604020202020204" pitchFamily="34" charset="0"/>
                <a:cs typeface="Arial" panose="020B0604020202020204" pitchFamily="34" charset="0"/>
              </a:rPr>
              <a:t>Physics</a:t>
            </a:r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44245834-3527-0C01-9B16-05E38A0CBF35}"/>
              </a:ext>
            </a:extLst>
          </p:cNvPr>
          <p:cNvCxnSpPr>
            <a:cxnSpLocks/>
          </p:cNvCxnSpPr>
          <p:nvPr/>
        </p:nvCxnSpPr>
        <p:spPr>
          <a:xfrm>
            <a:off x="7854154" y="4169723"/>
            <a:ext cx="0" cy="944215"/>
          </a:xfrm>
          <a:prstGeom prst="line">
            <a:avLst/>
          </a:prstGeom>
          <a:ln>
            <a:solidFill>
              <a:srgbClr val="703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2A0C0CCF-EB90-5B1F-110A-1F35F8D92099}"/>
                  </a:ext>
                </a:extLst>
              </p:cNvPr>
              <p:cNvSpPr txBox="1"/>
              <p:nvPr/>
            </p:nvSpPr>
            <p:spPr>
              <a:xfrm>
                <a:off x="7300806" y="5472966"/>
                <a:ext cx="1107419" cy="295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ℋ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US" sz="19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en-US" sz="192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54854757-ECF2-ACE3-AF22-D4B7C63EC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806" y="5472966"/>
                <a:ext cx="1107419" cy="295466"/>
              </a:xfrm>
              <a:prstGeom prst="rect">
                <a:avLst/>
              </a:prstGeom>
              <a:blipFill>
                <a:blip r:embed="rId9"/>
                <a:stretch>
                  <a:fillRect l="-8046" r="-8046"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Graphic 24" descr="Scientific Thought outline">
            <a:extLst>
              <a:ext uri="{FF2B5EF4-FFF2-40B4-BE49-F238E27FC236}">
                <a16:creationId xmlns:a16="http://schemas.microsoft.com/office/drawing/2014/main" id="{C9E15DA9-3740-6217-264A-9CC9BCB088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24966" y="925823"/>
            <a:ext cx="975360" cy="975360"/>
          </a:xfrm>
          <a:prstGeom prst="rect">
            <a:avLst/>
          </a:prstGeom>
        </p:spPr>
      </p:pic>
      <p:pic>
        <p:nvPicPr>
          <p:cNvPr id="22" name="Graphic 21" descr="Atom outline">
            <a:extLst>
              <a:ext uri="{FF2B5EF4-FFF2-40B4-BE49-F238E27FC236}">
                <a16:creationId xmlns:a16="http://schemas.microsoft.com/office/drawing/2014/main" id="{38B6AD4A-10FD-05D2-47ED-6A9BC1F0C4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01837" y="1995871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467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</TotalTime>
  <Words>368</Words>
  <Application>Microsoft Macintosh PowerPoint</Application>
  <PresentationFormat>Custom</PresentationFormat>
  <Paragraphs>317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Xingfei Wei</dc:creator>
  <cp:lastModifiedBy>Xingfei Wei</cp:lastModifiedBy>
  <cp:revision>66</cp:revision>
  <dcterms:created xsi:type="dcterms:W3CDTF">2025-03-19T20:29:47Z</dcterms:created>
  <dcterms:modified xsi:type="dcterms:W3CDTF">2026-10-08T19:41:03Z</dcterms:modified>
</cp:coreProperties>
</file>