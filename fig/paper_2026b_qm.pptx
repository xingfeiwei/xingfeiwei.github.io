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5652" autoAdjust="0"/>
  </p:normalViewPr>
  <p:slideViewPr>
    <p:cSldViewPr snapToGrid="0">
      <p:cViewPr varScale="1">
        <p:scale>
          <a:sx n="93" d="100"/>
          <a:sy n="93" d="100"/>
        </p:scale>
        <p:origin x="208" y="656"/>
      </p:cViewPr>
      <p:guideLst>
        <p:guide orient="horz" pos="2137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9F826-1808-48E2-B5D9-94B844CD5B8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2C74B-CEDC-4446-91BC-CE5E0884F8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629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ECD1-85AA-1AE9-C155-7AB9E67B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840E6-0410-DA74-7C86-4B103520D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3117E-D401-C448-1881-61A3435DD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6AE26-2586-4629-8E03-56D51D64F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2C74B-CEDC-4446-91BC-CE5E0884F8A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342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D5E2-2DD9-7EF7-778F-DCF3786D9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4FFEB-C8A8-5CE9-0EA6-009DABC3A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7A957-A74F-936B-A2D3-BB0188AA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84956-8A40-7F77-A549-742C329E4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22FEC-D324-C1B8-2CD3-64AABB3D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39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66E5-C780-D233-4330-8C365CB7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74128-3944-97EA-8CBF-355773911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690EB-44C6-AA66-5B67-D250D1B5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0386D-A0C7-5316-66A0-4FECEA2C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C3F96-7B16-AC6B-770E-67B55116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5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7FAB-F88D-AE60-FBA1-09262764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FA885-477F-6279-7770-A6F395DE4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B1AC8-715D-FA34-E7C7-E6232527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0D4C4-40F0-1F44-C26D-4DF646B6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18966-BB69-AC73-2243-07D993C4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79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FEE1-AFA5-2580-5A20-EA59064A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7744D-E878-5AB7-28B7-F0FBB067D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04CBD-7F15-0226-FC29-02A9FCA6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74820-9F00-A10A-3835-48948F06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706BE-EFDB-FC7B-D67F-2CE11CD5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C9494-D692-82E7-CCA6-25F9887F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49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5A3E-40CD-51E3-1ACA-77842BD1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D9FAF-8D64-3AFD-EF21-F186EDB99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3BD8E-68ED-4288-2A63-ADC384AEE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11707-C6F6-FCE9-B00D-78CF1D8F7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BD1F4-F268-C085-A952-60AFDD01E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1EEFC2-9C50-92EF-8AC1-AA6D1A05B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F1016-56E8-65D8-C818-788CD668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5C283-8886-281D-A817-6985B5347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58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A9683-CE76-469B-D4F7-47996EC4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CD087-41AA-9174-8F7E-6954D7626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FB4C0-F7A9-C918-09EB-F7D4C8CFE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650A4-309C-0EE0-4C1C-75CE035F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33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27155-68CE-1EF3-837B-44E88647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50C72-BC57-D843-3373-5C57425D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EB99F-84B0-A362-0924-27109248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63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169B-F8DC-C43B-2BC7-9B8004864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1F8D-FAC8-B84C-B79C-14010C642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34753-829A-766C-B273-A44ACF0D5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3A736-30FF-479B-B236-FE9AA65C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BF03A-D922-C47E-C0F3-59B6FD93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6590F-D524-1879-41A3-6366F1CC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78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F4AC-CDB2-F5FF-0160-44EC02F2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5AA16-3A3D-B0EC-A96E-A40B23484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6F62D-84DE-0C5E-5AFE-9B5E87F01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ED924-95E8-07D0-F799-3EE56971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ECD71-339F-93A5-C0FD-0558468A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291C1-3B3A-3DEA-6979-062601B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98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1927-65CB-41EE-5CBF-0E6B1099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B1009-A3F8-89FC-DC58-4CFCBEDB4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030F3-A8FC-3573-E7C3-C507B2B67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60728-EE9C-32AC-6454-3F4A5914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A57-D837-3C69-793F-A954746B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31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2E812-0722-A403-01B1-9EFB39388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41E9D-5BC7-99E6-60B2-2159CBA86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0311D-E784-F73F-44AC-83EF65D0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025F3-CFB9-E436-1D2B-63812F41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ADAD-F3FC-4031-F92A-AED4C4C0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50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36D198-D9D8-C7EA-3F95-57B38CF8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0677D-7294-4E7D-4744-79219D8FA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9BD85-8942-31B8-2985-CE8CBCD75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576DA-2107-4163-A52D-9265E1CDB0C5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5F53E-1DF7-824C-40C5-03EEC584E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F097E-D7BB-C353-3DFB-D4B2D2066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FE0A5-971D-42A5-9B56-AE94B9DA3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7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6FD3-145A-6D82-F554-BA2958E7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rrow: Notched Right 100">
            <a:extLst>
              <a:ext uri="{FF2B5EF4-FFF2-40B4-BE49-F238E27FC236}">
                <a16:creationId xmlns:a16="http://schemas.microsoft.com/office/drawing/2014/main" id="{AF9DDFBA-53ED-D6A5-6761-01AA472646D2}"/>
              </a:ext>
            </a:extLst>
          </p:cNvPr>
          <p:cNvSpPr/>
          <p:nvPr/>
        </p:nvSpPr>
        <p:spPr>
          <a:xfrm>
            <a:off x="9126366" y="3269485"/>
            <a:ext cx="565150" cy="261051"/>
          </a:xfrm>
          <a:prstGeom prst="notchedRightArrow">
            <a:avLst/>
          </a:prstGeom>
          <a:solidFill>
            <a:srgbClr val="00B0F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9DFC366-0AA7-C2EC-38F1-A48648D01891}"/>
              </a:ext>
            </a:extLst>
          </p:cNvPr>
          <p:cNvSpPr txBox="1"/>
          <p:nvPr/>
        </p:nvSpPr>
        <p:spPr>
          <a:xfrm>
            <a:off x="622386" y="445280"/>
            <a:ext cx="256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Nanoparticle Dataset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F170DE-BEF7-1966-A39F-A9FBE39AA5FA}"/>
              </a:ext>
            </a:extLst>
          </p:cNvPr>
          <p:cNvGrpSpPr/>
          <p:nvPr/>
        </p:nvGrpSpPr>
        <p:grpSpPr>
          <a:xfrm>
            <a:off x="711662" y="1070301"/>
            <a:ext cx="2471347" cy="4255083"/>
            <a:chOff x="848234" y="1691573"/>
            <a:chExt cx="2471347" cy="4255083"/>
          </a:xfrm>
        </p:grpSpPr>
        <p:pic>
          <p:nvPicPr>
            <p:cNvPr id="207" name="Picture 206" descr="A yellow sphere made of small balls&#10;&#10;AI-generated content may be incorrect.">
              <a:extLst>
                <a:ext uri="{FF2B5EF4-FFF2-40B4-BE49-F238E27FC236}">
                  <a16:creationId xmlns:a16="http://schemas.microsoft.com/office/drawing/2014/main" id="{84A11671-5EF9-B555-D17C-1B0B805C2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855" t="17158" r="15235" b="14609"/>
            <a:stretch>
              <a:fillRect/>
            </a:stretch>
          </p:blipFill>
          <p:spPr>
            <a:xfrm>
              <a:off x="1743644" y="2500699"/>
              <a:ext cx="1575937" cy="1583416"/>
            </a:xfrm>
            <a:prstGeom prst="rect">
              <a:avLst/>
            </a:prstGeom>
          </p:spPr>
        </p:pic>
        <p:pic>
          <p:nvPicPr>
            <p:cNvPr id="208" name="Picture 207" descr="A graphene tube with small black balls&#10;&#10;AI-generated content may be incorrect.">
              <a:extLst>
                <a:ext uri="{FF2B5EF4-FFF2-40B4-BE49-F238E27FC236}">
                  <a16:creationId xmlns:a16="http://schemas.microsoft.com/office/drawing/2014/main" id="{6EC031F4-EE0C-6FBE-2D07-17E5B05CA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6211" t="15093" r="46035" b="29008"/>
            <a:stretch>
              <a:fillRect/>
            </a:stretch>
          </p:blipFill>
          <p:spPr>
            <a:xfrm rot="5400000">
              <a:off x="2397725" y="3659220"/>
              <a:ext cx="412000" cy="1297190"/>
            </a:xfrm>
            <a:prstGeom prst="rect">
              <a:avLst/>
            </a:prstGeom>
          </p:spPr>
        </p:pic>
        <p:pic>
          <p:nvPicPr>
            <p:cNvPr id="209" name="Picture 208" descr="A close-up of a grid&#10;&#10;AI-generated content may be incorrect.">
              <a:extLst>
                <a:ext uri="{FF2B5EF4-FFF2-40B4-BE49-F238E27FC236}">
                  <a16:creationId xmlns:a16="http://schemas.microsoft.com/office/drawing/2014/main" id="{5E9F534F-64B3-C926-87EB-B9E5958D3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0058" t="32773" r="33203" b="32071"/>
            <a:stretch>
              <a:fillRect/>
            </a:stretch>
          </p:blipFill>
          <p:spPr>
            <a:xfrm>
              <a:off x="906078" y="4817496"/>
              <a:ext cx="852556" cy="815842"/>
            </a:xfrm>
            <a:prstGeom prst="rect">
              <a:avLst/>
            </a:prstGeom>
          </p:spPr>
        </p:pic>
        <p:pic>
          <p:nvPicPr>
            <p:cNvPr id="210" name="Picture 209" descr="A colorful cube with many small balls&#10;&#10;AI-generated content may be incorrect.">
              <a:extLst>
                <a:ext uri="{FF2B5EF4-FFF2-40B4-BE49-F238E27FC236}">
                  <a16:creationId xmlns:a16="http://schemas.microsoft.com/office/drawing/2014/main" id="{E8D282C2-89F1-97EC-C4CE-5A1CD4157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0430" t="21953" r="29492" b="33223"/>
            <a:stretch>
              <a:fillRect/>
            </a:stretch>
          </p:blipFill>
          <p:spPr>
            <a:xfrm>
              <a:off x="2070433" y="4641731"/>
              <a:ext cx="930061" cy="1040200"/>
            </a:xfrm>
            <a:prstGeom prst="rect">
              <a:avLst/>
            </a:prstGeom>
          </p:spPr>
        </p:pic>
        <p:pic>
          <p:nvPicPr>
            <p:cNvPr id="211" name="Picture 210" descr="A red and blue cube&#10;&#10;AI-generated content may be incorrect.">
              <a:extLst>
                <a:ext uri="{FF2B5EF4-FFF2-40B4-BE49-F238E27FC236}">
                  <a16:creationId xmlns:a16="http://schemas.microsoft.com/office/drawing/2014/main" id="{A9E77BD2-05C9-86B1-CB1A-55A1EB781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3065" t="26269" r="30196" b="38574"/>
            <a:stretch>
              <a:fillRect/>
            </a:stretch>
          </p:blipFill>
          <p:spPr>
            <a:xfrm>
              <a:off x="916476" y="3787491"/>
              <a:ext cx="852556" cy="815842"/>
            </a:xfrm>
            <a:prstGeom prst="rect">
              <a:avLst/>
            </a:prstGeom>
          </p:spPr>
        </p:pic>
        <p:pic>
          <p:nvPicPr>
            <p:cNvPr id="212" name="Picture 211" descr="A group of small balls in a cube&#10;&#10;AI-generated content may be incorrect.">
              <a:extLst>
                <a:ext uri="{FF2B5EF4-FFF2-40B4-BE49-F238E27FC236}">
                  <a16:creationId xmlns:a16="http://schemas.microsoft.com/office/drawing/2014/main" id="{5F90BBEC-5F85-53B2-37BE-38EEDF1E8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9949" t="28201" r="31631" b="42592"/>
            <a:stretch>
              <a:fillRect/>
            </a:stretch>
          </p:blipFill>
          <p:spPr>
            <a:xfrm>
              <a:off x="848234" y="2930594"/>
              <a:ext cx="891598" cy="677783"/>
            </a:xfrm>
            <a:prstGeom prst="rect">
              <a:avLst/>
            </a:prstGeom>
          </p:spPr>
        </p:pic>
        <p:pic>
          <p:nvPicPr>
            <p:cNvPr id="213" name="Picture 212" descr="A yellow ball of small balls&#10;&#10;AI-generated content may be incorrect.">
              <a:extLst>
                <a:ext uri="{FF2B5EF4-FFF2-40B4-BE49-F238E27FC236}">
                  <a16:creationId xmlns:a16="http://schemas.microsoft.com/office/drawing/2014/main" id="{C7CB03C3-92A1-DB66-B301-DFCBB1632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4170" t="27500" r="31005" b="37343"/>
            <a:stretch>
              <a:fillRect/>
            </a:stretch>
          </p:blipFill>
          <p:spPr>
            <a:xfrm>
              <a:off x="921694" y="1691573"/>
              <a:ext cx="808138" cy="815842"/>
            </a:xfrm>
            <a:prstGeom prst="rect">
              <a:avLst/>
            </a:prstGeom>
          </p:spPr>
        </p:pic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D4CED0D-601B-19FF-2476-EA6922748E8C}"/>
                </a:ext>
              </a:extLst>
            </p:cNvPr>
            <p:cNvCxnSpPr>
              <a:cxnSpLocks/>
            </p:cNvCxnSpPr>
            <p:nvPr/>
          </p:nvCxnSpPr>
          <p:spPr>
            <a:xfrm>
              <a:off x="3030467" y="5834343"/>
              <a:ext cx="186921" cy="0"/>
            </a:xfrm>
            <a:prstGeom prst="line">
              <a:avLst/>
            </a:prstGeom>
            <a:ln w="50800">
              <a:solidFill>
                <a:schemeClr val="tx1">
                  <a:alpha val="99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267C548-64C9-CEA3-80CC-C21DEE4455C7}"/>
                </a:ext>
              </a:extLst>
            </p:cNvPr>
            <p:cNvSpPr txBox="1"/>
            <p:nvPr/>
          </p:nvSpPr>
          <p:spPr>
            <a:xfrm>
              <a:off x="2508047" y="5685046"/>
              <a:ext cx="72039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1 nm</a:t>
              </a:r>
            </a:p>
          </p:txBody>
        </p:sp>
        <p:pic>
          <p:nvPicPr>
            <p:cNvPr id="216" name="Picture 215" descr="A close up of a circle&#10;&#10;AI-generated content may be incorrect.">
              <a:extLst>
                <a:ext uri="{FF2B5EF4-FFF2-40B4-BE49-F238E27FC236}">
                  <a16:creationId xmlns:a16="http://schemas.microsoft.com/office/drawing/2014/main" id="{C6DA0140-EC3F-0E9E-8C89-4FC5C8DCC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4409" t="24179" r="25696" b="36144"/>
            <a:stretch>
              <a:fillRect/>
            </a:stretch>
          </p:blipFill>
          <p:spPr>
            <a:xfrm>
              <a:off x="2139523" y="1709555"/>
              <a:ext cx="784178" cy="779877"/>
            </a:xfrm>
            <a:prstGeom prst="rect">
              <a:avLst/>
            </a:prstGeom>
          </p:spPr>
        </p:pic>
      </p:grpSp>
      <p:sp>
        <p:nvSpPr>
          <p:cNvPr id="218" name="Arrow: Notched Right 217">
            <a:extLst>
              <a:ext uri="{FF2B5EF4-FFF2-40B4-BE49-F238E27FC236}">
                <a16:creationId xmlns:a16="http://schemas.microsoft.com/office/drawing/2014/main" id="{5235E278-2FF7-2516-DC22-17B7C9530AA0}"/>
              </a:ext>
            </a:extLst>
          </p:cNvPr>
          <p:cNvSpPr/>
          <p:nvPr/>
        </p:nvSpPr>
        <p:spPr>
          <a:xfrm>
            <a:off x="3508562" y="3269486"/>
            <a:ext cx="565150" cy="261051"/>
          </a:xfrm>
          <a:prstGeom prst="notchedRightArrow">
            <a:avLst/>
          </a:prstGeom>
          <a:solidFill>
            <a:srgbClr val="00B0F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92" name="Picture 2391">
            <a:extLst>
              <a:ext uri="{FF2B5EF4-FFF2-40B4-BE49-F238E27FC236}">
                <a16:creationId xmlns:a16="http://schemas.microsoft.com/office/drawing/2014/main" id="{930F4E52-A55A-69E1-0125-D4D56FC0F9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4079" y="866048"/>
            <a:ext cx="4072867" cy="1648139"/>
          </a:xfrm>
          <a:prstGeom prst="rect">
            <a:avLst/>
          </a:prstGeom>
        </p:spPr>
      </p:pic>
      <p:pic>
        <p:nvPicPr>
          <p:cNvPr id="2394" name="Picture 2393">
            <a:extLst>
              <a:ext uri="{FF2B5EF4-FFF2-40B4-BE49-F238E27FC236}">
                <a16:creationId xmlns:a16="http://schemas.microsoft.com/office/drawing/2014/main" id="{F646B4C0-2536-80AD-2C65-2E00D39C64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9174" y="2590949"/>
            <a:ext cx="4072867" cy="18004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12199B9-93E3-688C-ECB7-AD815ADB3EBC}"/>
              </a:ext>
            </a:extLst>
          </p:cNvPr>
          <p:cNvGrpSpPr/>
          <p:nvPr/>
        </p:nvGrpSpPr>
        <p:grpSpPr>
          <a:xfrm>
            <a:off x="9578953" y="445279"/>
            <a:ext cx="2327540" cy="3629254"/>
            <a:chOff x="9638436" y="3139048"/>
            <a:chExt cx="2327540" cy="3629254"/>
          </a:xfrm>
        </p:grpSpPr>
        <p:pic>
          <p:nvPicPr>
            <p:cNvPr id="136" name="Graphic 135" descr="Germ outline">
              <a:extLst>
                <a:ext uri="{FF2B5EF4-FFF2-40B4-BE49-F238E27FC236}">
                  <a16:creationId xmlns:a16="http://schemas.microsoft.com/office/drawing/2014/main" id="{C275EBB0-F8D9-71EC-559C-460932E7D4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53149" y="4174060"/>
              <a:ext cx="1774464" cy="1774464"/>
            </a:xfrm>
            <a:prstGeom prst="rect">
              <a:avLst/>
            </a:prstGeom>
          </p:spPr>
        </p:pic>
        <p:pic>
          <p:nvPicPr>
            <p:cNvPr id="143" name="Graphic 142" descr="Petri Dish outline">
              <a:extLst>
                <a:ext uri="{FF2B5EF4-FFF2-40B4-BE49-F238E27FC236}">
                  <a16:creationId xmlns:a16="http://schemas.microsoft.com/office/drawing/2014/main" id="{34608BFB-012C-00A3-FFFD-9F9BAF50CA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38436" y="5588584"/>
              <a:ext cx="2173741" cy="1179718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E44A2B0-6311-E0C9-3838-495EF47DEAFC}"/>
                </a:ext>
              </a:extLst>
            </p:cNvPr>
            <p:cNvSpPr txBox="1"/>
            <p:nvPr/>
          </p:nvSpPr>
          <p:spPr>
            <a:xfrm>
              <a:off x="9638436" y="3139048"/>
              <a:ext cx="232754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Viability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258B1E-08CA-3F17-73BF-5B708B35D564}"/>
              </a:ext>
            </a:extLst>
          </p:cNvPr>
          <p:cNvGrpSpPr/>
          <p:nvPr/>
        </p:nvGrpSpPr>
        <p:grpSpPr>
          <a:xfrm>
            <a:off x="4562549" y="4523237"/>
            <a:ext cx="4147014" cy="1834605"/>
            <a:chOff x="4525476" y="4737904"/>
            <a:chExt cx="4147014" cy="1834605"/>
          </a:xfrm>
        </p:grpSpPr>
        <p:sp>
          <p:nvSpPr>
            <p:cNvPr id="2397" name="Rectangle: Rounded Corners 2396">
              <a:extLst>
                <a:ext uri="{FF2B5EF4-FFF2-40B4-BE49-F238E27FC236}">
                  <a16:creationId xmlns:a16="http://schemas.microsoft.com/office/drawing/2014/main" id="{8E818399-82E6-FE8A-4BCE-8A5CE5A4E74B}"/>
                </a:ext>
              </a:extLst>
            </p:cNvPr>
            <p:cNvSpPr/>
            <p:nvPr/>
          </p:nvSpPr>
          <p:spPr>
            <a:xfrm>
              <a:off x="6367156" y="4737904"/>
              <a:ext cx="509267" cy="28888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8" name="Rectangle: Rounded Corners 2397">
              <a:extLst>
                <a:ext uri="{FF2B5EF4-FFF2-40B4-BE49-F238E27FC236}">
                  <a16:creationId xmlns:a16="http://schemas.microsoft.com/office/drawing/2014/main" id="{8B521EF7-EB63-5A5B-FE1C-E4E06F1C0617}"/>
                </a:ext>
              </a:extLst>
            </p:cNvPr>
            <p:cNvSpPr/>
            <p:nvPr/>
          </p:nvSpPr>
          <p:spPr>
            <a:xfrm>
              <a:off x="5353883" y="5217967"/>
              <a:ext cx="509267" cy="28888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9" name="Rectangle: Rounded Corners 2398">
              <a:extLst>
                <a:ext uri="{FF2B5EF4-FFF2-40B4-BE49-F238E27FC236}">
                  <a16:creationId xmlns:a16="http://schemas.microsoft.com/office/drawing/2014/main" id="{065AFCB1-5FCF-311C-C56E-4D882FDE0AF5}"/>
                </a:ext>
              </a:extLst>
            </p:cNvPr>
            <p:cNvSpPr/>
            <p:nvPr/>
          </p:nvSpPr>
          <p:spPr>
            <a:xfrm>
              <a:off x="7381660" y="5211942"/>
              <a:ext cx="509267" cy="2888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00" name="Rectangle: Rounded Corners 2399">
              <a:extLst>
                <a:ext uri="{FF2B5EF4-FFF2-40B4-BE49-F238E27FC236}">
                  <a16:creationId xmlns:a16="http://schemas.microsoft.com/office/drawing/2014/main" id="{659D9946-8F13-2527-A369-41ACB54252F2}"/>
                </a:ext>
              </a:extLst>
            </p:cNvPr>
            <p:cNvSpPr/>
            <p:nvPr/>
          </p:nvSpPr>
          <p:spPr>
            <a:xfrm>
              <a:off x="5863150" y="5700715"/>
              <a:ext cx="509267" cy="29160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1" name="Rectangle: Rounded Corners 2400">
              <a:extLst>
                <a:ext uri="{FF2B5EF4-FFF2-40B4-BE49-F238E27FC236}">
                  <a16:creationId xmlns:a16="http://schemas.microsoft.com/office/drawing/2014/main" id="{542B043B-0600-529E-C757-E99EF0214F0D}"/>
                </a:ext>
              </a:extLst>
            </p:cNvPr>
            <p:cNvSpPr/>
            <p:nvPr/>
          </p:nvSpPr>
          <p:spPr>
            <a:xfrm>
              <a:off x="4844616" y="5682074"/>
              <a:ext cx="509267" cy="28888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2" name="Rectangle: Rounded Corners 2401">
              <a:extLst>
                <a:ext uri="{FF2B5EF4-FFF2-40B4-BE49-F238E27FC236}">
                  <a16:creationId xmlns:a16="http://schemas.microsoft.com/office/drawing/2014/main" id="{C254D30A-6B31-1650-4E89-7B0CBAB1BBDE}"/>
                </a:ext>
              </a:extLst>
            </p:cNvPr>
            <p:cNvSpPr/>
            <p:nvPr/>
          </p:nvSpPr>
          <p:spPr>
            <a:xfrm>
              <a:off x="6878740" y="5697417"/>
              <a:ext cx="509267" cy="28888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3" name="Rectangle: Rounded Corners 2402">
              <a:extLst>
                <a:ext uri="{FF2B5EF4-FFF2-40B4-BE49-F238E27FC236}">
                  <a16:creationId xmlns:a16="http://schemas.microsoft.com/office/drawing/2014/main" id="{0B2F43EE-6759-35CF-5051-7574D62AEBA0}"/>
                </a:ext>
              </a:extLst>
            </p:cNvPr>
            <p:cNvSpPr/>
            <p:nvPr/>
          </p:nvSpPr>
          <p:spPr>
            <a:xfrm>
              <a:off x="7894330" y="5711654"/>
              <a:ext cx="509267" cy="28888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4" name="Rectangle: Rounded Corners 2403">
              <a:extLst>
                <a:ext uri="{FF2B5EF4-FFF2-40B4-BE49-F238E27FC236}">
                  <a16:creationId xmlns:a16="http://schemas.microsoft.com/office/drawing/2014/main" id="{7E62C9C7-B1E9-79AA-360D-4DEDF28FDDA4}"/>
                </a:ext>
              </a:extLst>
            </p:cNvPr>
            <p:cNvSpPr/>
            <p:nvPr/>
          </p:nvSpPr>
          <p:spPr>
            <a:xfrm>
              <a:off x="5123131" y="6280903"/>
              <a:ext cx="509267" cy="29160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06" name="Straight Arrow Connector 2405">
              <a:extLst>
                <a:ext uri="{FF2B5EF4-FFF2-40B4-BE49-F238E27FC236}">
                  <a16:creationId xmlns:a16="http://schemas.microsoft.com/office/drawing/2014/main" id="{CF9A47B6-AD1C-97A1-98B5-2645B6634F91}"/>
                </a:ext>
              </a:extLst>
            </p:cNvPr>
            <p:cNvCxnSpPr>
              <a:stCxn id="2397" idx="2"/>
              <a:endCxn id="2398" idx="0"/>
            </p:cNvCxnSpPr>
            <p:nvPr/>
          </p:nvCxnSpPr>
          <p:spPr>
            <a:xfrm flipH="1">
              <a:off x="5608517" y="5026784"/>
              <a:ext cx="1013273" cy="1911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8" name="Straight Arrow Connector 2407">
              <a:extLst>
                <a:ext uri="{FF2B5EF4-FFF2-40B4-BE49-F238E27FC236}">
                  <a16:creationId xmlns:a16="http://schemas.microsoft.com/office/drawing/2014/main" id="{C14CBF10-BF18-4845-BA71-60212863D37A}"/>
                </a:ext>
              </a:extLst>
            </p:cNvPr>
            <p:cNvCxnSpPr>
              <a:cxnSpLocks/>
              <a:stCxn id="2398" idx="2"/>
              <a:endCxn id="2401" idx="0"/>
            </p:cNvCxnSpPr>
            <p:nvPr/>
          </p:nvCxnSpPr>
          <p:spPr>
            <a:xfrm flipH="1">
              <a:off x="5099250" y="5506847"/>
              <a:ext cx="509267" cy="1752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2" name="Straight Arrow Connector 2411">
              <a:extLst>
                <a:ext uri="{FF2B5EF4-FFF2-40B4-BE49-F238E27FC236}">
                  <a16:creationId xmlns:a16="http://schemas.microsoft.com/office/drawing/2014/main" id="{DC574068-D142-0518-64EB-210D8F262362}"/>
                </a:ext>
              </a:extLst>
            </p:cNvPr>
            <p:cNvCxnSpPr>
              <a:cxnSpLocks/>
              <a:stCxn id="2398" idx="2"/>
              <a:endCxn id="2400" idx="0"/>
            </p:cNvCxnSpPr>
            <p:nvPr/>
          </p:nvCxnSpPr>
          <p:spPr>
            <a:xfrm>
              <a:off x="5608517" y="5506847"/>
              <a:ext cx="509267" cy="1938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5" name="Straight Arrow Connector 2414">
              <a:extLst>
                <a:ext uri="{FF2B5EF4-FFF2-40B4-BE49-F238E27FC236}">
                  <a16:creationId xmlns:a16="http://schemas.microsoft.com/office/drawing/2014/main" id="{4663DA7A-BF08-CB0B-29A4-5F00BDDE09C6}"/>
                </a:ext>
              </a:extLst>
            </p:cNvPr>
            <p:cNvCxnSpPr>
              <a:cxnSpLocks/>
              <a:stCxn id="2399" idx="2"/>
              <a:endCxn id="2403" idx="0"/>
            </p:cNvCxnSpPr>
            <p:nvPr/>
          </p:nvCxnSpPr>
          <p:spPr>
            <a:xfrm>
              <a:off x="7636294" y="5500822"/>
              <a:ext cx="512670" cy="2108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18" name="Rectangle: Rounded Corners 2417">
              <a:extLst>
                <a:ext uri="{FF2B5EF4-FFF2-40B4-BE49-F238E27FC236}">
                  <a16:creationId xmlns:a16="http://schemas.microsoft.com/office/drawing/2014/main" id="{25808267-20E6-39C8-90DC-34D19AAE0F9A}"/>
                </a:ext>
              </a:extLst>
            </p:cNvPr>
            <p:cNvSpPr/>
            <p:nvPr/>
          </p:nvSpPr>
          <p:spPr>
            <a:xfrm>
              <a:off x="4525476" y="6280903"/>
              <a:ext cx="509267" cy="29160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9" name="Rectangle: Rounded Corners 2418">
              <a:extLst>
                <a:ext uri="{FF2B5EF4-FFF2-40B4-BE49-F238E27FC236}">
                  <a16:creationId xmlns:a16="http://schemas.microsoft.com/office/drawing/2014/main" id="{3EC78C69-879F-A091-4285-FBBDAE61B874}"/>
                </a:ext>
              </a:extLst>
            </p:cNvPr>
            <p:cNvSpPr/>
            <p:nvPr/>
          </p:nvSpPr>
          <p:spPr>
            <a:xfrm>
              <a:off x="6547718" y="6274644"/>
              <a:ext cx="509267" cy="29160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0" name="Rectangle: Rounded Corners 2419">
              <a:extLst>
                <a:ext uri="{FF2B5EF4-FFF2-40B4-BE49-F238E27FC236}">
                  <a16:creationId xmlns:a16="http://schemas.microsoft.com/office/drawing/2014/main" id="{FD5C82DB-E510-EBFE-979C-6829D52AB577}"/>
                </a:ext>
              </a:extLst>
            </p:cNvPr>
            <p:cNvSpPr/>
            <p:nvPr/>
          </p:nvSpPr>
          <p:spPr>
            <a:xfrm>
              <a:off x="7221760" y="6278496"/>
              <a:ext cx="509267" cy="29160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21" name="Straight Arrow Connector 2420">
              <a:extLst>
                <a:ext uri="{FF2B5EF4-FFF2-40B4-BE49-F238E27FC236}">
                  <a16:creationId xmlns:a16="http://schemas.microsoft.com/office/drawing/2014/main" id="{4E0B3056-82AA-0D30-FAE8-7E71BA405B2B}"/>
                </a:ext>
              </a:extLst>
            </p:cNvPr>
            <p:cNvCxnSpPr>
              <a:cxnSpLocks/>
              <a:stCxn id="2402" idx="2"/>
              <a:endCxn id="2419" idx="0"/>
            </p:cNvCxnSpPr>
            <p:nvPr/>
          </p:nvCxnSpPr>
          <p:spPr>
            <a:xfrm flipH="1">
              <a:off x="6802352" y="5986297"/>
              <a:ext cx="331022" cy="28834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4" name="Straight Arrow Connector 2423">
              <a:extLst>
                <a:ext uri="{FF2B5EF4-FFF2-40B4-BE49-F238E27FC236}">
                  <a16:creationId xmlns:a16="http://schemas.microsoft.com/office/drawing/2014/main" id="{B34CDA11-E7F8-DA9E-F4E8-10D709A161DE}"/>
                </a:ext>
              </a:extLst>
            </p:cNvPr>
            <p:cNvCxnSpPr>
              <a:cxnSpLocks/>
              <a:stCxn id="2401" idx="2"/>
              <a:endCxn id="2418" idx="0"/>
            </p:cNvCxnSpPr>
            <p:nvPr/>
          </p:nvCxnSpPr>
          <p:spPr>
            <a:xfrm flipH="1">
              <a:off x="4780110" y="5970954"/>
              <a:ext cx="319140" cy="3099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Arrow Connector 2426">
              <a:extLst>
                <a:ext uri="{FF2B5EF4-FFF2-40B4-BE49-F238E27FC236}">
                  <a16:creationId xmlns:a16="http://schemas.microsoft.com/office/drawing/2014/main" id="{DA101F52-5781-D458-434E-A232602CC51D}"/>
                </a:ext>
              </a:extLst>
            </p:cNvPr>
            <p:cNvCxnSpPr>
              <a:cxnSpLocks/>
              <a:stCxn id="2401" idx="2"/>
              <a:endCxn id="2404" idx="0"/>
            </p:cNvCxnSpPr>
            <p:nvPr/>
          </p:nvCxnSpPr>
          <p:spPr>
            <a:xfrm>
              <a:off x="5099250" y="5970954"/>
              <a:ext cx="278515" cy="3099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3" name="Straight Arrow Connector 2432">
              <a:extLst>
                <a:ext uri="{FF2B5EF4-FFF2-40B4-BE49-F238E27FC236}">
                  <a16:creationId xmlns:a16="http://schemas.microsoft.com/office/drawing/2014/main" id="{963DAB19-79E5-74CB-EE8B-0BB236ED8F14}"/>
                </a:ext>
              </a:extLst>
            </p:cNvPr>
            <p:cNvCxnSpPr>
              <a:cxnSpLocks/>
              <a:stCxn id="2397" idx="2"/>
              <a:endCxn id="2399" idx="0"/>
            </p:cNvCxnSpPr>
            <p:nvPr/>
          </p:nvCxnSpPr>
          <p:spPr>
            <a:xfrm>
              <a:off x="6621790" y="5026784"/>
              <a:ext cx="1014504" cy="1851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Straight Arrow Connector 2435">
              <a:extLst>
                <a:ext uri="{FF2B5EF4-FFF2-40B4-BE49-F238E27FC236}">
                  <a16:creationId xmlns:a16="http://schemas.microsoft.com/office/drawing/2014/main" id="{DB3A06B1-10AF-4BE0-84AB-42C7A564B115}"/>
                </a:ext>
              </a:extLst>
            </p:cNvPr>
            <p:cNvCxnSpPr>
              <a:cxnSpLocks/>
              <a:stCxn id="2399" idx="2"/>
              <a:endCxn id="2402" idx="0"/>
            </p:cNvCxnSpPr>
            <p:nvPr/>
          </p:nvCxnSpPr>
          <p:spPr>
            <a:xfrm flipH="1">
              <a:off x="7133374" y="5500822"/>
              <a:ext cx="502920" cy="19659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Straight Arrow Connector 2438">
              <a:extLst>
                <a:ext uri="{FF2B5EF4-FFF2-40B4-BE49-F238E27FC236}">
                  <a16:creationId xmlns:a16="http://schemas.microsoft.com/office/drawing/2014/main" id="{3E9540F6-6E5A-A046-E4F9-4F5B7BD3AB54}"/>
                </a:ext>
              </a:extLst>
            </p:cNvPr>
            <p:cNvCxnSpPr>
              <a:cxnSpLocks/>
              <a:stCxn id="2402" idx="2"/>
              <a:endCxn id="2420" idx="0"/>
            </p:cNvCxnSpPr>
            <p:nvPr/>
          </p:nvCxnSpPr>
          <p:spPr>
            <a:xfrm>
              <a:off x="7133374" y="5986297"/>
              <a:ext cx="343020" cy="292199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9314F43-CE7B-0446-0D9D-B1E59177EA5D}"/>
                </a:ext>
              </a:extLst>
            </p:cNvPr>
            <p:cNvSpPr/>
            <p:nvPr/>
          </p:nvSpPr>
          <p:spPr>
            <a:xfrm>
              <a:off x="8163223" y="6274644"/>
              <a:ext cx="509267" cy="29160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8A22CD7-7F24-79B5-81F9-5BE90AE12194}"/>
                </a:ext>
              </a:extLst>
            </p:cNvPr>
            <p:cNvCxnSpPr>
              <a:cxnSpLocks/>
              <a:stCxn id="2403" idx="2"/>
              <a:endCxn id="11" idx="0"/>
            </p:cNvCxnSpPr>
            <p:nvPr/>
          </p:nvCxnSpPr>
          <p:spPr>
            <a:xfrm>
              <a:off x="8148964" y="6000534"/>
              <a:ext cx="268893" cy="2741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: Rounded Corners 46">
            <a:extLst>
              <a:ext uri="{FF2B5EF4-FFF2-40B4-BE49-F238E27FC236}">
                <a16:creationId xmlns:a16="http://schemas.microsoft.com/office/drawing/2014/main" id="{19531271-2ADF-4CE7-FDA3-9A2F5E5431A6}"/>
              </a:ext>
            </a:extLst>
          </p:cNvPr>
          <p:cNvSpPr/>
          <p:nvPr/>
        </p:nvSpPr>
        <p:spPr>
          <a:xfrm>
            <a:off x="4284992" y="363073"/>
            <a:ext cx="4666196" cy="6259400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AC698-6315-E786-A2C3-CE131B5592E6}"/>
              </a:ext>
            </a:extLst>
          </p:cNvPr>
          <p:cNvSpPr txBox="1"/>
          <p:nvPr/>
        </p:nvSpPr>
        <p:spPr>
          <a:xfrm>
            <a:off x="5476742" y="445280"/>
            <a:ext cx="2327540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MCCX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50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7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Mo</dc:creator>
  <cp:lastModifiedBy>Xingfei Wei</cp:lastModifiedBy>
  <cp:revision>11</cp:revision>
  <dcterms:created xsi:type="dcterms:W3CDTF">2025-08-29T17:44:54Z</dcterms:created>
  <dcterms:modified xsi:type="dcterms:W3CDTF">2026-09-16T15:19:39Z</dcterms:modified>
</cp:coreProperties>
</file>